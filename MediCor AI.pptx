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88"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ndaparthy vishal" userId="421b72b2905f33b9" providerId="LiveId" clId="{647B7285-934E-4B70-8A20-885A0CB2C8B8}"/>
    <pc:docChg chg="undo custSel addSld delSld modSld">
      <pc:chgData name="kondaparthy vishal" userId="421b72b2905f33b9" providerId="LiveId" clId="{647B7285-934E-4B70-8A20-885A0CB2C8B8}" dt="2026-09-24T12:30:17.856" v="400" actId="1076"/>
      <pc:docMkLst>
        <pc:docMk/>
      </pc:docMkLst>
      <pc:sldChg chg="addSp delSp modSp mod">
        <pc:chgData name="kondaparthy vishal" userId="421b72b2905f33b9" providerId="LiveId" clId="{647B7285-934E-4B70-8A20-885A0CB2C8B8}" dt="2026-09-24T12:12:43.377" v="303" actId="1440"/>
        <pc:sldMkLst>
          <pc:docMk/>
          <pc:sldMk cId="187352959" sldId="257"/>
        </pc:sldMkLst>
        <pc:spChg chg="add del mod">
          <ac:chgData name="kondaparthy vishal" userId="421b72b2905f33b9" providerId="LiveId" clId="{647B7285-934E-4B70-8A20-885A0CB2C8B8}" dt="2026-09-24T11:38:55.533" v="188" actId="22"/>
          <ac:spMkLst>
            <pc:docMk/>
            <pc:sldMk cId="187352959" sldId="257"/>
            <ac:spMk id="3" creationId="{38494C8A-812E-58B7-B1C5-39E73DB759B4}"/>
          </ac:spMkLst>
        </pc:spChg>
        <pc:picChg chg="add mod ord">
          <ac:chgData name="kondaparthy vishal" userId="421b72b2905f33b9" providerId="LiveId" clId="{647B7285-934E-4B70-8A20-885A0CB2C8B8}" dt="2026-09-24T12:12:43.377" v="303" actId="1440"/>
          <ac:picMkLst>
            <pc:docMk/>
            <pc:sldMk cId="187352959" sldId="257"/>
            <ac:picMk id="5" creationId="{C2ABD6ED-D710-5F0E-89D4-5F640108421C}"/>
          </ac:picMkLst>
        </pc:picChg>
        <pc:picChg chg="del">
          <ac:chgData name="kondaparthy vishal" userId="421b72b2905f33b9" providerId="LiveId" clId="{647B7285-934E-4B70-8A20-885A0CB2C8B8}" dt="2026-09-24T11:35:59.637" v="177" actId="478"/>
          <ac:picMkLst>
            <pc:docMk/>
            <pc:sldMk cId="187352959" sldId="257"/>
            <ac:picMk id="8" creationId="{F1382674-AA74-1253-EE6F-E5DF8DD0EFE8}"/>
          </ac:picMkLst>
        </pc:picChg>
      </pc:sldChg>
      <pc:sldChg chg="addSp delSp modSp mod">
        <pc:chgData name="kondaparthy vishal" userId="421b72b2905f33b9" providerId="LiveId" clId="{647B7285-934E-4B70-8A20-885A0CB2C8B8}" dt="2026-09-24T12:12:53.683" v="304" actId="1440"/>
        <pc:sldMkLst>
          <pc:docMk/>
          <pc:sldMk cId="1936030738" sldId="258"/>
        </pc:sldMkLst>
        <pc:spChg chg="add del mod">
          <ac:chgData name="kondaparthy vishal" userId="421b72b2905f33b9" providerId="LiveId" clId="{647B7285-934E-4B70-8A20-885A0CB2C8B8}" dt="2026-09-24T11:40:16.088" v="197" actId="22"/>
          <ac:spMkLst>
            <pc:docMk/>
            <pc:sldMk cId="1936030738" sldId="258"/>
            <ac:spMk id="3" creationId="{8E861877-68F8-FB30-D165-B9E177DC0485}"/>
          </ac:spMkLst>
        </pc:spChg>
        <pc:spChg chg="add del mod">
          <ac:chgData name="kondaparthy vishal" userId="421b72b2905f33b9" providerId="LiveId" clId="{647B7285-934E-4B70-8A20-885A0CB2C8B8}" dt="2026-09-24T11:41:07.767" v="203" actId="22"/>
          <ac:spMkLst>
            <pc:docMk/>
            <pc:sldMk cId="1936030738" sldId="258"/>
            <ac:spMk id="8" creationId="{8F6506BB-7C27-A239-12A8-18582080CE40}"/>
          </ac:spMkLst>
        </pc:spChg>
        <pc:picChg chg="del">
          <ac:chgData name="kondaparthy vishal" userId="421b72b2905f33b9" providerId="LiveId" clId="{647B7285-934E-4B70-8A20-885A0CB2C8B8}" dt="2026-09-24T11:36:02.680" v="178" actId="478"/>
          <ac:picMkLst>
            <pc:docMk/>
            <pc:sldMk cId="1936030738" sldId="258"/>
            <ac:picMk id="5" creationId="{23259A0F-88FF-0048-0E79-CF8C57797E53}"/>
          </ac:picMkLst>
        </pc:picChg>
        <pc:picChg chg="add del mod ord">
          <ac:chgData name="kondaparthy vishal" userId="421b72b2905f33b9" providerId="LiveId" clId="{647B7285-934E-4B70-8A20-885A0CB2C8B8}" dt="2026-09-24T11:40:46.056" v="202" actId="478"/>
          <ac:picMkLst>
            <pc:docMk/>
            <pc:sldMk cId="1936030738" sldId="258"/>
            <ac:picMk id="6" creationId="{9B65139D-841B-51D8-1952-6B3BC20093CF}"/>
          </ac:picMkLst>
        </pc:picChg>
        <pc:picChg chg="add mod ord">
          <ac:chgData name="kondaparthy vishal" userId="421b72b2905f33b9" providerId="LiveId" clId="{647B7285-934E-4B70-8A20-885A0CB2C8B8}" dt="2026-09-24T12:12:53.683" v="304" actId="1440"/>
          <ac:picMkLst>
            <pc:docMk/>
            <pc:sldMk cId="1936030738" sldId="258"/>
            <ac:picMk id="10" creationId="{8A7B31B2-24B6-AB8F-9504-CD4531167CAE}"/>
          </ac:picMkLst>
        </pc:picChg>
      </pc:sldChg>
      <pc:sldChg chg="addSp delSp modSp add del mod">
        <pc:chgData name="kondaparthy vishal" userId="421b72b2905f33b9" providerId="LiveId" clId="{647B7285-934E-4B70-8A20-885A0CB2C8B8}" dt="2026-09-24T12:13:02.272" v="305" actId="1440"/>
        <pc:sldMkLst>
          <pc:docMk/>
          <pc:sldMk cId="1391762059" sldId="259"/>
        </pc:sldMkLst>
        <pc:spChg chg="add del mod">
          <ac:chgData name="kondaparthy vishal" userId="421b72b2905f33b9" providerId="LiveId" clId="{647B7285-934E-4B70-8A20-885A0CB2C8B8}" dt="2026-09-24T11:42:05.239" v="210" actId="22"/>
          <ac:spMkLst>
            <pc:docMk/>
            <pc:sldMk cId="1391762059" sldId="259"/>
            <ac:spMk id="3" creationId="{C18E9977-0C31-D019-3051-E2E77FA17516}"/>
          </ac:spMkLst>
        </pc:spChg>
        <pc:picChg chg="del">
          <ac:chgData name="kondaparthy vishal" userId="421b72b2905f33b9" providerId="LiveId" clId="{647B7285-934E-4B70-8A20-885A0CB2C8B8}" dt="2026-09-24T11:36:08.633" v="181" actId="478"/>
          <ac:picMkLst>
            <pc:docMk/>
            <pc:sldMk cId="1391762059" sldId="259"/>
            <ac:picMk id="5" creationId="{9C0F6618-CD7E-CB70-8CC2-067E3DE1AB33}"/>
          </ac:picMkLst>
        </pc:picChg>
        <pc:picChg chg="add mod ord">
          <ac:chgData name="kondaparthy vishal" userId="421b72b2905f33b9" providerId="LiveId" clId="{647B7285-934E-4B70-8A20-885A0CB2C8B8}" dt="2026-09-24T12:13:02.272" v="305" actId="1440"/>
          <ac:picMkLst>
            <pc:docMk/>
            <pc:sldMk cId="1391762059" sldId="259"/>
            <ac:picMk id="6" creationId="{6328E5B9-8935-E216-3ADE-7E31B2AA71FF}"/>
          </ac:picMkLst>
        </pc:picChg>
      </pc:sldChg>
      <pc:sldChg chg="addSp delSp modSp mod">
        <pc:chgData name="kondaparthy vishal" userId="421b72b2905f33b9" providerId="LiveId" clId="{647B7285-934E-4B70-8A20-885A0CB2C8B8}" dt="2026-09-24T12:13:09.098" v="306" actId="1440"/>
        <pc:sldMkLst>
          <pc:docMk/>
          <pc:sldMk cId="2770968820" sldId="260"/>
        </pc:sldMkLst>
        <pc:spChg chg="add del mod">
          <ac:chgData name="kondaparthy vishal" userId="421b72b2905f33b9" providerId="LiveId" clId="{647B7285-934E-4B70-8A20-885A0CB2C8B8}" dt="2026-09-24T11:43:04.275" v="217" actId="22"/>
          <ac:spMkLst>
            <pc:docMk/>
            <pc:sldMk cId="2770968820" sldId="260"/>
            <ac:spMk id="3" creationId="{B094FDAF-44C1-151E-46A9-8CA6F2521986}"/>
          </ac:spMkLst>
        </pc:spChg>
        <pc:picChg chg="del">
          <ac:chgData name="kondaparthy vishal" userId="421b72b2905f33b9" providerId="LiveId" clId="{647B7285-934E-4B70-8A20-885A0CB2C8B8}" dt="2026-09-24T11:36:11.652" v="182" actId="478"/>
          <ac:picMkLst>
            <pc:docMk/>
            <pc:sldMk cId="2770968820" sldId="260"/>
            <ac:picMk id="5" creationId="{B4F75D15-7F09-27C1-758F-2E4C4F0A855F}"/>
          </ac:picMkLst>
        </pc:picChg>
        <pc:picChg chg="add mod ord">
          <ac:chgData name="kondaparthy vishal" userId="421b72b2905f33b9" providerId="LiveId" clId="{647B7285-934E-4B70-8A20-885A0CB2C8B8}" dt="2026-09-24T12:13:09.098" v="306" actId="1440"/>
          <ac:picMkLst>
            <pc:docMk/>
            <pc:sldMk cId="2770968820" sldId="260"/>
            <ac:picMk id="6" creationId="{AAFCB298-A4FB-1D50-36E5-6349F2C4D0E6}"/>
          </ac:picMkLst>
        </pc:picChg>
      </pc:sldChg>
      <pc:sldChg chg="addSp delSp modSp mod">
        <pc:chgData name="kondaparthy vishal" userId="421b72b2905f33b9" providerId="LiveId" clId="{647B7285-934E-4B70-8A20-885A0CB2C8B8}" dt="2026-09-24T12:13:29.474" v="307" actId="1440"/>
        <pc:sldMkLst>
          <pc:docMk/>
          <pc:sldMk cId="3044316112" sldId="261"/>
        </pc:sldMkLst>
        <pc:spChg chg="add del mod">
          <ac:chgData name="kondaparthy vishal" userId="421b72b2905f33b9" providerId="LiveId" clId="{647B7285-934E-4B70-8A20-885A0CB2C8B8}" dt="2026-09-24T11:43:53.545" v="222" actId="22"/>
          <ac:spMkLst>
            <pc:docMk/>
            <pc:sldMk cId="3044316112" sldId="261"/>
            <ac:spMk id="3" creationId="{989411B1-F83B-B9A2-68BC-E8AFD8F03E0A}"/>
          </ac:spMkLst>
        </pc:spChg>
        <pc:picChg chg="del">
          <ac:chgData name="kondaparthy vishal" userId="421b72b2905f33b9" providerId="LiveId" clId="{647B7285-934E-4B70-8A20-885A0CB2C8B8}" dt="2026-09-24T11:36:15.937" v="183" actId="478"/>
          <ac:picMkLst>
            <pc:docMk/>
            <pc:sldMk cId="3044316112" sldId="261"/>
            <ac:picMk id="5" creationId="{ED19F06F-F918-130E-35B5-7844B838099F}"/>
          </ac:picMkLst>
        </pc:picChg>
        <pc:picChg chg="add mod ord">
          <ac:chgData name="kondaparthy vishal" userId="421b72b2905f33b9" providerId="LiveId" clId="{647B7285-934E-4B70-8A20-885A0CB2C8B8}" dt="2026-09-24T12:13:29.474" v="307" actId="1440"/>
          <ac:picMkLst>
            <pc:docMk/>
            <pc:sldMk cId="3044316112" sldId="261"/>
            <ac:picMk id="6" creationId="{30CEF3EC-50BE-9F10-F1E3-D6E1E369E988}"/>
          </ac:picMkLst>
        </pc:picChg>
      </pc:sldChg>
      <pc:sldChg chg="addSp delSp modSp mod">
        <pc:chgData name="kondaparthy vishal" userId="421b72b2905f33b9" providerId="LiveId" clId="{647B7285-934E-4B70-8A20-885A0CB2C8B8}" dt="2026-09-24T12:13:36.594" v="308" actId="1440"/>
        <pc:sldMkLst>
          <pc:docMk/>
          <pc:sldMk cId="2263933367" sldId="262"/>
        </pc:sldMkLst>
        <pc:spChg chg="add del mod">
          <ac:chgData name="kondaparthy vishal" userId="421b72b2905f33b9" providerId="LiveId" clId="{647B7285-934E-4B70-8A20-885A0CB2C8B8}" dt="2026-09-24T11:45:03.453" v="231" actId="22"/>
          <ac:spMkLst>
            <pc:docMk/>
            <pc:sldMk cId="2263933367" sldId="262"/>
            <ac:spMk id="3" creationId="{A7805543-A984-2395-EA91-E9F03ABC8DC5}"/>
          </ac:spMkLst>
        </pc:spChg>
        <pc:picChg chg="del">
          <ac:chgData name="kondaparthy vishal" userId="421b72b2905f33b9" providerId="LiveId" clId="{647B7285-934E-4B70-8A20-885A0CB2C8B8}" dt="2026-09-24T11:36:19.255" v="184" actId="478"/>
          <ac:picMkLst>
            <pc:docMk/>
            <pc:sldMk cId="2263933367" sldId="262"/>
            <ac:picMk id="5" creationId="{A5F09601-3757-36A7-4D86-E6785FB81C85}"/>
          </ac:picMkLst>
        </pc:picChg>
        <pc:picChg chg="add mod ord">
          <ac:chgData name="kondaparthy vishal" userId="421b72b2905f33b9" providerId="LiveId" clId="{647B7285-934E-4B70-8A20-885A0CB2C8B8}" dt="2026-09-24T12:13:36.594" v="308" actId="1440"/>
          <ac:picMkLst>
            <pc:docMk/>
            <pc:sldMk cId="2263933367" sldId="262"/>
            <ac:picMk id="6" creationId="{F2680B57-EB6F-DA5F-BB11-821C1CA18D47}"/>
          </ac:picMkLst>
        </pc:picChg>
      </pc:sldChg>
      <pc:sldChg chg="addSp delSp modSp mod">
        <pc:chgData name="kondaparthy vishal" userId="421b72b2905f33b9" providerId="LiveId" clId="{647B7285-934E-4B70-8A20-885A0CB2C8B8}" dt="2026-09-24T12:13:46.091" v="309" actId="1440"/>
        <pc:sldMkLst>
          <pc:docMk/>
          <pc:sldMk cId="4162296839" sldId="263"/>
        </pc:sldMkLst>
        <pc:spChg chg="add del mod">
          <ac:chgData name="kondaparthy vishal" userId="421b72b2905f33b9" providerId="LiveId" clId="{647B7285-934E-4B70-8A20-885A0CB2C8B8}" dt="2026-09-24T11:46:00.598" v="240" actId="22"/>
          <ac:spMkLst>
            <pc:docMk/>
            <pc:sldMk cId="4162296839" sldId="263"/>
            <ac:spMk id="3" creationId="{69CD502F-42AF-762D-BC0C-475E6BC03133}"/>
          </ac:spMkLst>
        </pc:spChg>
        <pc:picChg chg="del">
          <ac:chgData name="kondaparthy vishal" userId="421b72b2905f33b9" providerId="LiveId" clId="{647B7285-934E-4B70-8A20-885A0CB2C8B8}" dt="2026-09-24T11:36:22.539" v="185" actId="478"/>
          <ac:picMkLst>
            <pc:docMk/>
            <pc:sldMk cId="4162296839" sldId="263"/>
            <ac:picMk id="5" creationId="{D6CBE940-3996-DD7F-4ED5-267A241C7E92}"/>
          </ac:picMkLst>
        </pc:picChg>
        <pc:picChg chg="add mod ord">
          <ac:chgData name="kondaparthy vishal" userId="421b72b2905f33b9" providerId="LiveId" clId="{647B7285-934E-4B70-8A20-885A0CB2C8B8}" dt="2026-09-24T12:13:46.091" v="309" actId="1440"/>
          <ac:picMkLst>
            <pc:docMk/>
            <pc:sldMk cId="4162296839" sldId="263"/>
            <ac:picMk id="6" creationId="{0812796F-23AF-5D17-3968-7B05DB9C452E}"/>
          </ac:picMkLst>
        </pc:picChg>
      </pc:sldChg>
      <pc:sldChg chg="addSp delSp modSp mod">
        <pc:chgData name="kondaparthy vishal" userId="421b72b2905f33b9" providerId="LiveId" clId="{647B7285-934E-4B70-8A20-885A0CB2C8B8}" dt="2026-09-24T12:13:50.849" v="310" actId="1440"/>
        <pc:sldMkLst>
          <pc:docMk/>
          <pc:sldMk cId="849554923" sldId="264"/>
        </pc:sldMkLst>
        <pc:spChg chg="add del mod">
          <ac:chgData name="kondaparthy vishal" userId="421b72b2905f33b9" providerId="LiveId" clId="{647B7285-934E-4B70-8A20-885A0CB2C8B8}" dt="2026-09-24T11:46:47.807" v="246" actId="22"/>
          <ac:spMkLst>
            <pc:docMk/>
            <pc:sldMk cId="849554923" sldId="264"/>
            <ac:spMk id="3" creationId="{A4EF7F81-AFC1-6321-CC48-1D5AAF960E2F}"/>
          </ac:spMkLst>
        </pc:spChg>
        <pc:picChg chg="del">
          <ac:chgData name="kondaparthy vishal" userId="421b72b2905f33b9" providerId="LiveId" clId="{647B7285-934E-4B70-8A20-885A0CB2C8B8}" dt="2026-09-24T11:36:26.216" v="186" actId="478"/>
          <ac:picMkLst>
            <pc:docMk/>
            <pc:sldMk cId="849554923" sldId="264"/>
            <ac:picMk id="5" creationId="{549DEFA3-9C8D-8016-6D82-ADEC18302F01}"/>
          </ac:picMkLst>
        </pc:picChg>
        <pc:picChg chg="add mod ord">
          <ac:chgData name="kondaparthy vishal" userId="421b72b2905f33b9" providerId="LiveId" clId="{647B7285-934E-4B70-8A20-885A0CB2C8B8}" dt="2026-09-24T12:13:50.849" v="310" actId="1440"/>
          <ac:picMkLst>
            <pc:docMk/>
            <pc:sldMk cId="849554923" sldId="264"/>
            <ac:picMk id="6" creationId="{85322E44-8B9B-619D-2426-4DBBAF8FE9C6}"/>
          </ac:picMkLst>
        </pc:picChg>
      </pc:sldChg>
      <pc:sldChg chg="addSp delSp modSp mod">
        <pc:chgData name="kondaparthy vishal" userId="421b72b2905f33b9" providerId="LiveId" clId="{647B7285-934E-4B70-8A20-885A0CB2C8B8}" dt="2026-09-24T12:13:56.714" v="311" actId="1440"/>
        <pc:sldMkLst>
          <pc:docMk/>
          <pc:sldMk cId="2605351441" sldId="265"/>
        </pc:sldMkLst>
        <pc:spChg chg="add del mod">
          <ac:chgData name="kondaparthy vishal" userId="421b72b2905f33b9" providerId="LiveId" clId="{647B7285-934E-4B70-8A20-885A0CB2C8B8}" dt="2026-09-24T11:47:59.014" v="256" actId="22"/>
          <ac:spMkLst>
            <pc:docMk/>
            <pc:sldMk cId="2605351441" sldId="265"/>
            <ac:spMk id="3" creationId="{DA2A8899-83BC-1E5D-0A8A-7B2DA69D388C}"/>
          </ac:spMkLst>
        </pc:spChg>
        <pc:picChg chg="del">
          <ac:chgData name="kondaparthy vishal" userId="421b72b2905f33b9" providerId="LiveId" clId="{647B7285-934E-4B70-8A20-885A0CB2C8B8}" dt="2026-09-24T11:36:29.754" v="187" actId="478"/>
          <ac:picMkLst>
            <pc:docMk/>
            <pc:sldMk cId="2605351441" sldId="265"/>
            <ac:picMk id="5" creationId="{4B86B50F-F5EB-C198-47A0-7EA8E20288E5}"/>
          </ac:picMkLst>
        </pc:picChg>
        <pc:picChg chg="add mod ord">
          <ac:chgData name="kondaparthy vishal" userId="421b72b2905f33b9" providerId="LiveId" clId="{647B7285-934E-4B70-8A20-885A0CB2C8B8}" dt="2026-09-24T12:13:56.714" v="311" actId="1440"/>
          <ac:picMkLst>
            <pc:docMk/>
            <pc:sldMk cId="2605351441" sldId="265"/>
            <ac:picMk id="6" creationId="{D0EC6FEC-F5EA-B24E-B277-12C7510CB5AF}"/>
          </ac:picMkLst>
        </pc:picChg>
      </pc:sldChg>
      <pc:sldChg chg="addSp delSp modSp mod">
        <pc:chgData name="kondaparthy vishal" userId="421b72b2905f33b9" providerId="LiveId" clId="{647B7285-934E-4B70-8A20-885A0CB2C8B8}" dt="2026-09-24T12:09:44.513" v="288" actId="14100"/>
        <pc:sldMkLst>
          <pc:docMk/>
          <pc:sldMk cId="3672197909" sldId="266"/>
        </pc:sldMkLst>
        <pc:spChg chg="add del mod">
          <ac:chgData name="kondaparthy vishal" userId="421b72b2905f33b9" providerId="LiveId" clId="{647B7285-934E-4B70-8A20-885A0CB2C8B8}" dt="2026-09-24T12:07:27.539" v="271" actId="22"/>
          <ac:spMkLst>
            <pc:docMk/>
            <pc:sldMk cId="3672197909" sldId="266"/>
            <ac:spMk id="3" creationId="{12EC5EB8-4E3A-0938-DDA8-647317F6808C}"/>
          </ac:spMkLst>
        </pc:spChg>
        <pc:spChg chg="add del mod">
          <ac:chgData name="kondaparthy vishal" userId="421b72b2905f33b9" providerId="LiveId" clId="{647B7285-934E-4B70-8A20-885A0CB2C8B8}" dt="2026-09-24T12:08:11.265" v="280" actId="478"/>
          <ac:spMkLst>
            <pc:docMk/>
            <pc:sldMk cId="3672197909" sldId="266"/>
            <ac:spMk id="8" creationId="{024FD30B-6056-6768-FC7B-9B80D49189ED}"/>
          </ac:spMkLst>
        </pc:spChg>
        <pc:spChg chg="add del mod">
          <ac:chgData name="kondaparthy vishal" userId="421b72b2905f33b9" providerId="LiveId" clId="{647B7285-934E-4B70-8A20-885A0CB2C8B8}" dt="2026-09-24T12:09:04.495" v="282" actId="22"/>
          <ac:spMkLst>
            <pc:docMk/>
            <pc:sldMk cId="3672197909" sldId="266"/>
            <ac:spMk id="10" creationId="{0E4E3703-394F-3760-22C9-FE9F0AB32FE6}"/>
          </ac:spMkLst>
        </pc:spChg>
        <pc:picChg chg="del">
          <ac:chgData name="kondaparthy vishal" userId="421b72b2905f33b9" providerId="LiveId" clId="{647B7285-934E-4B70-8A20-885A0CB2C8B8}" dt="2026-09-24T12:05:29.301" v="270" actId="478"/>
          <ac:picMkLst>
            <pc:docMk/>
            <pc:sldMk cId="3672197909" sldId="266"/>
            <ac:picMk id="5" creationId="{CE6D9BA5-84F8-0784-1706-E6E9B40C5E08}"/>
          </ac:picMkLst>
        </pc:picChg>
        <pc:picChg chg="add del mod ord">
          <ac:chgData name="kondaparthy vishal" userId="421b72b2905f33b9" providerId="LiveId" clId="{647B7285-934E-4B70-8A20-885A0CB2C8B8}" dt="2026-09-24T12:09:02.535" v="281" actId="478"/>
          <ac:picMkLst>
            <pc:docMk/>
            <pc:sldMk cId="3672197909" sldId="266"/>
            <ac:picMk id="6" creationId="{6D74A976-F0DE-47E7-32D0-2A798CDF2C2D}"/>
          </ac:picMkLst>
        </pc:picChg>
        <pc:picChg chg="add mod ord">
          <ac:chgData name="kondaparthy vishal" userId="421b72b2905f33b9" providerId="LiveId" clId="{647B7285-934E-4B70-8A20-885A0CB2C8B8}" dt="2026-09-24T12:09:44.513" v="288" actId="14100"/>
          <ac:picMkLst>
            <pc:docMk/>
            <pc:sldMk cId="3672197909" sldId="266"/>
            <ac:picMk id="12" creationId="{0F31C99C-9FA4-0A50-2464-01594F01F167}"/>
          </ac:picMkLst>
        </pc:picChg>
      </pc:sldChg>
      <pc:sldChg chg="addSp delSp modSp mod">
        <pc:chgData name="kondaparthy vishal" userId="421b72b2905f33b9" providerId="LiveId" clId="{647B7285-934E-4B70-8A20-885A0CB2C8B8}" dt="2026-09-24T12:11:08.241" v="301" actId="14100"/>
        <pc:sldMkLst>
          <pc:docMk/>
          <pc:sldMk cId="476398742" sldId="268"/>
        </pc:sldMkLst>
        <pc:spChg chg="add del mod">
          <ac:chgData name="kondaparthy vishal" userId="421b72b2905f33b9" providerId="LiveId" clId="{647B7285-934E-4B70-8A20-885A0CB2C8B8}" dt="2026-09-24T12:10:27.196" v="290" actId="22"/>
          <ac:spMkLst>
            <pc:docMk/>
            <pc:sldMk cId="476398742" sldId="268"/>
            <ac:spMk id="3" creationId="{C63C4B38-0585-6334-7307-BAB8AE7C8694}"/>
          </ac:spMkLst>
        </pc:spChg>
        <pc:picChg chg="add mod ord">
          <ac:chgData name="kondaparthy vishal" userId="421b72b2905f33b9" providerId="LiveId" clId="{647B7285-934E-4B70-8A20-885A0CB2C8B8}" dt="2026-09-24T12:11:08.241" v="301" actId="14100"/>
          <ac:picMkLst>
            <pc:docMk/>
            <pc:sldMk cId="476398742" sldId="268"/>
            <ac:picMk id="5" creationId="{3F82335A-2433-84C1-0173-623F8AB5CECE}"/>
          </ac:picMkLst>
        </pc:picChg>
        <pc:picChg chg="del">
          <ac:chgData name="kondaparthy vishal" userId="421b72b2905f33b9" providerId="LiveId" clId="{647B7285-934E-4B70-8A20-885A0CB2C8B8}" dt="2026-09-24T12:10:05.280" v="289" actId="478"/>
          <ac:picMkLst>
            <pc:docMk/>
            <pc:sldMk cId="476398742" sldId="268"/>
            <ac:picMk id="7" creationId="{4F1A80AA-5501-276C-6423-67318A2E7B82}"/>
          </ac:picMkLst>
        </pc:picChg>
      </pc:sldChg>
      <pc:sldChg chg="addSp delSp modSp mod">
        <pc:chgData name="kondaparthy vishal" userId="421b72b2905f33b9" providerId="LiveId" clId="{647B7285-934E-4B70-8A20-885A0CB2C8B8}" dt="2026-09-24T12:20:16.028" v="331" actId="1076"/>
        <pc:sldMkLst>
          <pc:docMk/>
          <pc:sldMk cId="1707724112" sldId="269"/>
        </pc:sldMkLst>
        <pc:spChg chg="add del mod">
          <ac:chgData name="kondaparthy vishal" userId="421b72b2905f33b9" providerId="LiveId" clId="{647B7285-934E-4B70-8A20-885A0CB2C8B8}" dt="2026-09-24T12:15:41.115" v="313" actId="22"/>
          <ac:spMkLst>
            <pc:docMk/>
            <pc:sldMk cId="1707724112" sldId="269"/>
            <ac:spMk id="3" creationId="{5EE405D6-6E69-4011-AD98-E14BED31B7F3}"/>
          </ac:spMkLst>
        </pc:spChg>
        <pc:spChg chg="mod">
          <ac:chgData name="kondaparthy vishal" userId="421b72b2905f33b9" providerId="LiveId" clId="{647B7285-934E-4B70-8A20-885A0CB2C8B8}" dt="2026-09-24T12:18:17.820" v="321" actId="14100"/>
          <ac:spMkLst>
            <pc:docMk/>
            <pc:sldMk cId="1707724112" sldId="269"/>
            <ac:spMk id="7" creationId="{761BE65E-CEBF-27FC-539B-69917CD5F4BC}"/>
          </ac:spMkLst>
        </pc:spChg>
        <pc:spChg chg="add del mod">
          <ac:chgData name="kondaparthy vishal" userId="421b72b2905f33b9" providerId="LiveId" clId="{647B7285-934E-4B70-8A20-885A0CB2C8B8}" dt="2026-09-24T12:16:20.140" v="317" actId="22"/>
          <ac:spMkLst>
            <pc:docMk/>
            <pc:sldMk cId="1707724112" sldId="269"/>
            <ac:spMk id="9" creationId="{633478DF-DADF-8783-B03B-AC92C763D070}"/>
          </ac:spMkLst>
        </pc:spChg>
        <pc:spChg chg="add del mod">
          <ac:chgData name="kondaparthy vishal" userId="421b72b2905f33b9" providerId="LiveId" clId="{647B7285-934E-4B70-8A20-885A0CB2C8B8}" dt="2026-09-24T12:19:14.375" v="324" actId="22"/>
          <ac:spMkLst>
            <pc:docMk/>
            <pc:sldMk cId="1707724112" sldId="269"/>
            <ac:spMk id="13" creationId="{BEA1F170-00B5-5BA6-1F36-4AD0D4746C6F}"/>
          </ac:spMkLst>
        </pc:spChg>
        <pc:picChg chg="del">
          <ac:chgData name="kondaparthy vishal" userId="421b72b2905f33b9" providerId="LiveId" clId="{647B7285-934E-4B70-8A20-885A0CB2C8B8}" dt="2026-09-24T12:14:19.629" v="312" actId="478"/>
          <ac:picMkLst>
            <pc:docMk/>
            <pc:sldMk cId="1707724112" sldId="269"/>
            <ac:picMk id="5" creationId="{7EBE1EA9-F407-3981-CE25-EDE9E4D91011}"/>
          </ac:picMkLst>
        </pc:picChg>
        <pc:picChg chg="add del mod ord">
          <ac:chgData name="kondaparthy vishal" userId="421b72b2905f33b9" providerId="LiveId" clId="{647B7285-934E-4B70-8A20-885A0CB2C8B8}" dt="2026-09-24T12:15:55.013" v="316" actId="478"/>
          <ac:picMkLst>
            <pc:docMk/>
            <pc:sldMk cId="1707724112" sldId="269"/>
            <ac:picMk id="6" creationId="{2DCEB31E-BDF6-D1D5-E617-808B601D3F65}"/>
          </ac:picMkLst>
        </pc:picChg>
        <pc:picChg chg="add del mod ord">
          <ac:chgData name="kondaparthy vishal" userId="421b72b2905f33b9" providerId="LiveId" clId="{647B7285-934E-4B70-8A20-885A0CB2C8B8}" dt="2026-09-24T12:18:30.533" v="323" actId="478"/>
          <ac:picMkLst>
            <pc:docMk/>
            <pc:sldMk cId="1707724112" sldId="269"/>
            <ac:picMk id="11" creationId="{FA7015AC-F821-88E4-9398-79C54BB4FFDE}"/>
          </ac:picMkLst>
        </pc:picChg>
        <pc:picChg chg="add mod ord">
          <ac:chgData name="kondaparthy vishal" userId="421b72b2905f33b9" providerId="LiveId" clId="{647B7285-934E-4B70-8A20-885A0CB2C8B8}" dt="2026-09-24T12:20:16.028" v="331" actId="1076"/>
          <ac:picMkLst>
            <pc:docMk/>
            <pc:sldMk cId="1707724112" sldId="269"/>
            <ac:picMk id="15" creationId="{A42249DF-B3DE-2720-967A-33EBF51055E9}"/>
          </ac:picMkLst>
        </pc:picChg>
      </pc:sldChg>
      <pc:sldChg chg="addSp delSp modSp mod">
        <pc:chgData name="kondaparthy vishal" userId="421b72b2905f33b9" providerId="LiveId" clId="{647B7285-934E-4B70-8A20-885A0CB2C8B8}" dt="2026-09-24T12:21:15.444" v="337" actId="1076"/>
        <pc:sldMkLst>
          <pc:docMk/>
          <pc:sldMk cId="692317590" sldId="270"/>
        </pc:sldMkLst>
        <pc:spChg chg="add del mod">
          <ac:chgData name="kondaparthy vishal" userId="421b72b2905f33b9" providerId="LiveId" clId="{647B7285-934E-4B70-8A20-885A0CB2C8B8}" dt="2026-09-24T12:21:01.231" v="333" actId="22"/>
          <ac:spMkLst>
            <pc:docMk/>
            <pc:sldMk cId="692317590" sldId="270"/>
            <ac:spMk id="3" creationId="{816AC3E7-B5C8-19E9-BF90-15C656DF8330}"/>
          </ac:spMkLst>
        </pc:spChg>
        <pc:picChg chg="del">
          <ac:chgData name="kondaparthy vishal" userId="421b72b2905f33b9" providerId="LiveId" clId="{647B7285-934E-4B70-8A20-885A0CB2C8B8}" dt="2026-09-24T12:20:59.772" v="332" actId="478"/>
          <ac:picMkLst>
            <pc:docMk/>
            <pc:sldMk cId="692317590" sldId="270"/>
            <ac:picMk id="5" creationId="{630C11FD-1678-435B-8247-309E131417F7}"/>
          </ac:picMkLst>
        </pc:picChg>
        <pc:picChg chg="add mod ord">
          <ac:chgData name="kondaparthy vishal" userId="421b72b2905f33b9" providerId="LiveId" clId="{647B7285-934E-4B70-8A20-885A0CB2C8B8}" dt="2026-09-24T12:21:15.444" v="337" actId="1076"/>
          <ac:picMkLst>
            <pc:docMk/>
            <pc:sldMk cId="692317590" sldId="270"/>
            <ac:picMk id="6" creationId="{22F6AA6C-9C1A-DE9C-84FC-E9903762D6BE}"/>
          </ac:picMkLst>
        </pc:picChg>
      </pc:sldChg>
      <pc:sldChg chg="addSp delSp modSp mod">
        <pc:chgData name="kondaparthy vishal" userId="421b72b2905f33b9" providerId="LiveId" clId="{647B7285-934E-4B70-8A20-885A0CB2C8B8}" dt="2026-09-24T12:22:28.440" v="344" actId="14100"/>
        <pc:sldMkLst>
          <pc:docMk/>
          <pc:sldMk cId="3114784800" sldId="271"/>
        </pc:sldMkLst>
        <pc:spChg chg="add del mod">
          <ac:chgData name="kondaparthy vishal" userId="421b72b2905f33b9" providerId="LiveId" clId="{647B7285-934E-4B70-8A20-885A0CB2C8B8}" dt="2026-09-24T12:22:04.174" v="339" actId="22"/>
          <ac:spMkLst>
            <pc:docMk/>
            <pc:sldMk cId="3114784800" sldId="271"/>
            <ac:spMk id="3" creationId="{5A59B05C-9DF2-A2B1-A462-41EF7A70E748}"/>
          </ac:spMkLst>
        </pc:spChg>
        <pc:picChg chg="del">
          <ac:chgData name="kondaparthy vishal" userId="421b72b2905f33b9" providerId="LiveId" clId="{647B7285-934E-4B70-8A20-885A0CB2C8B8}" dt="2026-09-24T12:21:39.567" v="338" actId="478"/>
          <ac:picMkLst>
            <pc:docMk/>
            <pc:sldMk cId="3114784800" sldId="271"/>
            <ac:picMk id="5" creationId="{474DC590-8711-6176-306B-041D73944EEC}"/>
          </ac:picMkLst>
        </pc:picChg>
        <pc:picChg chg="add mod ord">
          <ac:chgData name="kondaparthy vishal" userId="421b72b2905f33b9" providerId="LiveId" clId="{647B7285-934E-4B70-8A20-885A0CB2C8B8}" dt="2026-09-24T12:22:28.440" v="344" actId="14100"/>
          <ac:picMkLst>
            <pc:docMk/>
            <pc:sldMk cId="3114784800" sldId="271"/>
            <ac:picMk id="6" creationId="{4326EE61-CF0A-F573-CE2C-B97DCE014930}"/>
          </ac:picMkLst>
        </pc:picChg>
      </pc:sldChg>
      <pc:sldChg chg="addSp delSp modSp mod">
        <pc:chgData name="kondaparthy vishal" userId="421b72b2905f33b9" providerId="LiveId" clId="{647B7285-934E-4B70-8A20-885A0CB2C8B8}" dt="2026-09-24T12:23:55.375" v="355" actId="1076"/>
        <pc:sldMkLst>
          <pc:docMk/>
          <pc:sldMk cId="2512672521" sldId="272"/>
        </pc:sldMkLst>
        <pc:spChg chg="add del mod">
          <ac:chgData name="kondaparthy vishal" userId="421b72b2905f33b9" providerId="LiveId" clId="{647B7285-934E-4B70-8A20-885A0CB2C8B8}" dt="2026-09-24T12:23:23.152" v="346" actId="22"/>
          <ac:spMkLst>
            <pc:docMk/>
            <pc:sldMk cId="2512672521" sldId="272"/>
            <ac:spMk id="3" creationId="{A722E15F-1ADB-C5F8-5C6B-69A25461823F}"/>
          </ac:spMkLst>
        </pc:spChg>
        <pc:spChg chg="mod">
          <ac:chgData name="kondaparthy vishal" userId="421b72b2905f33b9" providerId="LiveId" clId="{647B7285-934E-4B70-8A20-885A0CB2C8B8}" dt="2026-09-24T12:23:48.900" v="352" actId="1076"/>
          <ac:spMkLst>
            <pc:docMk/>
            <pc:sldMk cId="2512672521" sldId="272"/>
            <ac:spMk id="7" creationId="{F8FE4A32-FAA3-7E6B-B6AC-C2576D63A2CD}"/>
          </ac:spMkLst>
        </pc:spChg>
        <pc:picChg chg="del">
          <ac:chgData name="kondaparthy vishal" userId="421b72b2905f33b9" providerId="LiveId" clId="{647B7285-934E-4B70-8A20-885A0CB2C8B8}" dt="2026-09-24T12:22:42.434" v="345" actId="478"/>
          <ac:picMkLst>
            <pc:docMk/>
            <pc:sldMk cId="2512672521" sldId="272"/>
            <ac:picMk id="5" creationId="{E58E4046-9D06-9D4A-C952-3EB9C6028835}"/>
          </ac:picMkLst>
        </pc:picChg>
        <pc:picChg chg="add mod ord">
          <ac:chgData name="kondaparthy vishal" userId="421b72b2905f33b9" providerId="LiveId" clId="{647B7285-934E-4B70-8A20-885A0CB2C8B8}" dt="2026-09-24T12:23:55.375" v="355" actId="1076"/>
          <ac:picMkLst>
            <pc:docMk/>
            <pc:sldMk cId="2512672521" sldId="272"/>
            <ac:picMk id="6" creationId="{BE4E243F-B59E-71A3-6754-B7ADC3212DE2}"/>
          </ac:picMkLst>
        </pc:picChg>
      </pc:sldChg>
      <pc:sldChg chg="addSp delSp modSp mod">
        <pc:chgData name="kondaparthy vishal" userId="421b72b2905f33b9" providerId="LiveId" clId="{647B7285-934E-4B70-8A20-885A0CB2C8B8}" dt="2026-09-24T12:24:34.736" v="361" actId="1440"/>
        <pc:sldMkLst>
          <pc:docMk/>
          <pc:sldMk cId="3495052181" sldId="273"/>
        </pc:sldMkLst>
        <pc:spChg chg="add del mod">
          <ac:chgData name="kondaparthy vishal" userId="421b72b2905f33b9" providerId="LiveId" clId="{647B7285-934E-4B70-8A20-885A0CB2C8B8}" dt="2026-09-24T12:24:25.377" v="357" actId="22"/>
          <ac:spMkLst>
            <pc:docMk/>
            <pc:sldMk cId="3495052181" sldId="273"/>
            <ac:spMk id="3" creationId="{52DB5BDE-5DD5-B8D2-AF0E-0F719C358EF3}"/>
          </ac:spMkLst>
        </pc:spChg>
        <pc:picChg chg="del">
          <ac:chgData name="kondaparthy vishal" userId="421b72b2905f33b9" providerId="LiveId" clId="{647B7285-934E-4B70-8A20-885A0CB2C8B8}" dt="2026-09-24T12:24:11.348" v="356" actId="478"/>
          <ac:picMkLst>
            <pc:docMk/>
            <pc:sldMk cId="3495052181" sldId="273"/>
            <ac:picMk id="5" creationId="{700E31E3-BF9F-C483-B427-CC231277ACFF}"/>
          </ac:picMkLst>
        </pc:picChg>
        <pc:picChg chg="add mod ord">
          <ac:chgData name="kondaparthy vishal" userId="421b72b2905f33b9" providerId="LiveId" clId="{647B7285-934E-4B70-8A20-885A0CB2C8B8}" dt="2026-09-24T12:24:34.736" v="361" actId="1440"/>
          <ac:picMkLst>
            <pc:docMk/>
            <pc:sldMk cId="3495052181" sldId="273"/>
            <ac:picMk id="6" creationId="{DBDCFFA8-F748-AA09-9B38-21A5985A6EFC}"/>
          </ac:picMkLst>
        </pc:picChg>
      </pc:sldChg>
      <pc:sldChg chg="addSp delSp modSp mod">
        <pc:chgData name="kondaparthy vishal" userId="421b72b2905f33b9" providerId="LiveId" clId="{647B7285-934E-4B70-8A20-885A0CB2C8B8}" dt="2026-09-24T12:25:28.473" v="367" actId="1440"/>
        <pc:sldMkLst>
          <pc:docMk/>
          <pc:sldMk cId="1222129712" sldId="274"/>
        </pc:sldMkLst>
        <pc:spChg chg="add del mod">
          <ac:chgData name="kondaparthy vishal" userId="421b72b2905f33b9" providerId="LiveId" clId="{647B7285-934E-4B70-8A20-885A0CB2C8B8}" dt="2026-09-24T12:25:16.839" v="363" actId="22"/>
          <ac:spMkLst>
            <pc:docMk/>
            <pc:sldMk cId="1222129712" sldId="274"/>
            <ac:spMk id="3" creationId="{5232A826-98E1-FFAE-0BD3-955DC613EE33}"/>
          </ac:spMkLst>
        </pc:spChg>
        <pc:picChg chg="del">
          <ac:chgData name="kondaparthy vishal" userId="421b72b2905f33b9" providerId="LiveId" clId="{647B7285-934E-4B70-8A20-885A0CB2C8B8}" dt="2026-09-24T12:24:54.172" v="362" actId="478"/>
          <ac:picMkLst>
            <pc:docMk/>
            <pc:sldMk cId="1222129712" sldId="274"/>
            <ac:picMk id="5" creationId="{014A1CBF-A472-D556-48DE-2DE5CCF645A6}"/>
          </ac:picMkLst>
        </pc:picChg>
        <pc:picChg chg="add mod ord">
          <ac:chgData name="kondaparthy vishal" userId="421b72b2905f33b9" providerId="LiveId" clId="{647B7285-934E-4B70-8A20-885A0CB2C8B8}" dt="2026-09-24T12:25:28.473" v="367" actId="1440"/>
          <ac:picMkLst>
            <pc:docMk/>
            <pc:sldMk cId="1222129712" sldId="274"/>
            <ac:picMk id="6" creationId="{E8A82741-E832-C031-2F02-AA8B140AC3EA}"/>
          </ac:picMkLst>
        </pc:picChg>
      </pc:sldChg>
      <pc:sldChg chg="addSp delSp modSp mod">
        <pc:chgData name="kondaparthy vishal" userId="421b72b2905f33b9" providerId="LiveId" clId="{647B7285-934E-4B70-8A20-885A0CB2C8B8}" dt="2026-09-24T12:26:42.921" v="375" actId="1440"/>
        <pc:sldMkLst>
          <pc:docMk/>
          <pc:sldMk cId="3942393745" sldId="275"/>
        </pc:sldMkLst>
        <pc:spChg chg="add del mod">
          <ac:chgData name="kondaparthy vishal" userId="421b72b2905f33b9" providerId="LiveId" clId="{647B7285-934E-4B70-8A20-885A0CB2C8B8}" dt="2026-09-24T12:26:17.509" v="369" actId="22"/>
          <ac:spMkLst>
            <pc:docMk/>
            <pc:sldMk cId="3942393745" sldId="275"/>
            <ac:spMk id="3" creationId="{DD40C980-564B-1910-9445-A084B9A0B6DC}"/>
          </ac:spMkLst>
        </pc:spChg>
        <pc:spChg chg="mod">
          <ac:chgData name="kondaparthy vishal" userId="421b72b2905f33b9" providerId="LiveId" clId="{647B7285-934E-4B70-8A20-885A0CB2C8B8}" dt="2026-09-24T12:26:31.843" v="373" actId="14100"/>
          <ac:spMkLst>
            <pc:docMk/>
            <pc:sldMk cId="3942393745" sldId="275"/>
            <ac:spMk id="7" creationId="{818ED5D0-C636-B40A-E366-320E4A30052B}"/>
          </ac:spMkLst>
        </pc:spChg>
        <pc:picChg chg="del">
          <ac:chgData name="kondaparthy vishal" userId="421b72b2905f33b9" providerId="LiveId" clId="{647B7285-934E-4B70-8A20-885A0CB2C8B8}" dt="2026-09-24T12:25:48.476" v="368" actId="478"/>
          <ac:picMkLst>
            <pc:docMk/>
            <pc:sldMk cId="3942393745" sldId="275"/>
            <ac:picMk id="5" creationId="{468FD709-FB3F-DE0F-B182-B935A4B5B3DC}"/>
          </ac:picMkLst>
        </pc:picChg>
        <pc:picChg chg="add mod ord">
          <ac:chgData name="kondaparthy vishal" userId="421b72b2905f33b9" providerId="LiveId" clId="{647B7285-934E-4B70-8A20-885A0CB2C8B8}" dt="2026-09-24T12:26:42.921" v="375" actId="1440"/>
          <ac:picMkLst>
            <pc:docMk/>
            <pc:sldMk cId="3942393745" sldId="275"/>
            <ac:picMk id="6" creationId="{D1C6C9EC-D702-432C-FA79-A8FA85D667D3}"/>
          </ac:picMkLst>
        </pc:picChg>
      </pc:sldChg>
      <pc:sldChg chg="addSp delSp modSp mod">
        <pc:chgData name="kondaparthy vishal" userId="421b72b2905f33b9" providerId="LiveId" clId="{647B7285-934E-4B70-8A20-885A0CB2C8B8}" dt="2026-09-24T12:27:35.750" v="383" actId="14100"/>
        <pc:sldMkLst>
          <pc:docMk/>
          <pc:sldMk cId="324985465" sldId="276"/>
        </pc:sldMkLst>
        <pc:spChg chg="add del mod">
          <ac:chgData name="kondaparthy vishal" userId="421b72b2905f33b9" providerId="LiveId" clId="{647B7285-934E-4B70-8A20-885A0CB2C8B8}" dt="2026-09-24T12:27:18.608" v="377" actId="22"/>
          <ac:spMkLst>
            <pc:docMk/>
            <pc:sldMk cId="324985465" sldId="276"/>
            <ac:spMk id="3" creationId="{ED728F36-9736-63A6-182C-BA101C61F245}"/>
          </ac:spMkLst>
        </pc:spChg>
        <pc:spChg chg="add mod">
          <ac:chgData name="kondaparthy vishal" userId="421b72b2905f33b9" providerId="LiveId" clId="{647B7285-934E-4B70-8A20-885A0CB2C8B8}" dt="2026-09-17T11:28:28.884" v="11" actId="1076"/>
          <ac:spMkLst>
            <pc:docMk/>
            <pc:sldMk cId="324985465" sldId="276"/>
            <ac:spMk id="7" creationId="{193634B0-B643-0A64-1FFC-A5652D2FC1D2}"/>
          </ac:spMkLst>
        </pc:spChg>
        <pc:picChg chg="add del mod ord">
          <ac:chgData name="kondaparthy vishal" userId="421b72b2905f33b9" providerId="LiveId" clId="{647B7285-934E-4B70-8A20-885A0CB2C8B8}" dt="2026-09-24T12:26:58.381" v="376" actId="478"/>
          <ac:picMkLst>
            <pc:docMk/>
            <pc:sldMk cId="324985465" sldId="276"/>
            <ac:picMk id="5" creationId="{91E40484-3E37-47FD-169B-5134D4B62988}"/>
          </ac:picMkLst>
        </pc:picChg>
        <pc:picChg chg="add mod ord">
          <ac:chgData name="kondaparthy vishal" userId="421b72b2905f33b9" providerId="LiveId" clId="{647B7285-934E-4B70-8A20-885A0CB2C8B8}" dt="2026-09-24T12:27:35.750" v="383" actId="14100"/>
          <ac:picMkLst>
            <pc:docMk/>
            <pc:sldMk cId="324985465" sldId="276"/>
            <ac:picMk id="6" creationId="{E3A1BE1B-E53E-AD74-27AE-12D7E06F8E7F}"/>
          </ac:picMkLst>
        </pc:picChg>
      </pc:sldChg>
      <pc:sldChg chg="addSp delSp modSp mod">
        <pc:chgData name="kondaparthy vishal" userId="421b72b2905f33b9" providerId="LiveId" clId="{647B7285-934E-4B70-8A20-885A0CB2C8B8}" dt="2026-09-24T12:29:38.804" v="393" actId="1440"/>
        <pc:sldMkLst>
          <pc:docMk/>
          <pc:sldMk cId="966360081" sldId="277"/>
        </pc:sldMkLst>
        <pc:spChg chg="add del mod">
          <ac:chgData name="kondaparthy vishal" userId="421b72b2905f33b9" providerId="LiveId" clId="{647B7285-934E-4B70-8A20-885A0CB2C8B8}" dt="2026-09-24T12:28:19.375" v="385" actId="22"/>
          <ac:spMkLst>
            <pc:docMk/>
            <pc:sldMk cId="966360081" sldId="277"/>
            <ac:spMk id="3" creationId="{5FAFD018-7737-8085-269B-DEE0EDD6FE67}"/>
          </ac:spMkLst>
        </pc:spChg>
        <pc:spChg chg="add del mod">
          <ac:chgData name="kondaparthy vishal" userId="421b72b2905f33b9" providerId="LiveId" clId="{647B7285-934E-4B70-8A20-885A0CB2C8B8}" dt="2026-09-24T12:29:22.804" v="390" actId="22"/>
          <ac:spMkLst>
            <pc:docMk/>
            <pc:sldMk cId="966360081" sldId="277"/>
            <ac:spMk id="7" creationId="{A4A3D1BB-E43C-D2D4-1A42-C8AFDF5D377B}"/>
          </ac:spMkLst>
        </pc:spChg>
        <pc:spChg chg="add mod">
          <ac:chgData name="kondaparthy vishal" userId="421b72b2905f33b9" providerId="LiveId" clId="{647B7285-934E-4B70-8A20-885A0CB2C8B8}" dt="2026-09-17T11:32:28.954" v="33" actId="1076"/>
          <ac:spMkLst>
            <pc:docMk/>
            <pc:sldMk cId="966360081" sldId="277"/>
            <ac:spMk id="11" creationId="{F86BF510-275C-31C3-BD15-0C6D95C467CA}"/>
          </ac:spMkLst>
        </pc:spChg>
        <pc:picChg chg="add del mod ord">
          <ac:chgData name="kondaparthy vishal" userId="421b72b2905f33b9" providerId="LiveId" clId="{647B7285-934E-4B70-8A20-885A0CB2C8B8}" dt="2026-09-24T12:29:21.401" v="389" actId="478"/>
          <ac:picMkLst>
            <pc:docMk/>
            <pc:sldMk cId="966360081" sldId="277"/>
            <ac:picMk id="5" creationId="{26268996-A78B-32BD-9B31-B4039E800819}"/>
          </ac:picMkLst>
        </pc:picChg>
        <pc:picChg chg="add del mod ord">
          <ac:chgData name="kondaparthy vishal" userId="421b72b2905f33b9" providerId="LiveId" clId="{647B7285-934E-4B70-8A20-885A0CB2C8B8}" dt="2026-09-24T12:27:46.012" v="384" actId="478"/>
          <ac:picMkLst>
            <pc:docMk/>
            <pc:sldMk cId="966360081" sldId="277"/>
            <ac:picMk id="9" creationId="{371CD02C-0FF1-74DA-E7AF-7A739F985D84}"/>
          </ac:picMkLst>
        </pc:picChg>
        <pc:picChg chg="add mod ord">
          <ac:chgData name="kondaparthy vishal" userId="421b72b2905f33b9" providerId="LiveId" clId="{647B7285-934E-4B70-8A20-885A0CB2C8B8}" dt="2026-09-24T12:29:38.804" v="393" actId="1440"/>
          <ac:picMkLst>
            <pc:docMk/>
            <pc:sldMk cId="966360081" sldId="277"/>
            <ac:picMk id="10" creationId="{BC8691E7-6053-CDA8-5E21-5D6278438ACA}"/>
          </ac:picMkLst>
        </pc:picChg>
      </pc:sldChg>
      <pc:sldChg chg="addSp delSp modSp mod">
        <pc:chgData name="kondaparthy vishal" userId="421b72b2905f33b9" providerId="LiveId" clId="{647B7285-934E-4B70-8A20-885A0CB2C8B8}" dt="2026-09-24T12:30:17.856" v="400" actId="1076"/>
        <pc:sldMkLst>
          <pc:docMk/>
          <pc:sldMk cId="3315712849" sldId="278"/>
        </pc:sldMkLst>
        <pc:spChg chg="add del mod">
          <ac:chgData name="kondaparthy vishal" userId="421b72b2905f33b9" providerId="LiveId" clId="{647B7285-934E-4B70-8A20-885A0CB2C8B8}" dt="2026-09-24T12:30:07.637" v="396" actId="22"/>
          <ac:spMkLst>
            <pc:docMk/>
            <pc:sldMk cId="3315712849" sldId="278"/>
            <ac:spMk id="3" creationId="{E59ECD46-06B3-480E-7D30-207A5D550D8F}"/>
          </ac:spMkLst>
        </pc:spChg>
        <pc:spChg chg="add mod">
          <ac:chgData name="kondaparthy vishal" userId="421b72b2905f33b9" providerId="LiveId" clId="{647B7285-934E-4B70-8A20-885A0CB2C8B8}" dt="2026-09-17T11:34:02.028" v="44" actId="1076"/>
          <ac:spMkLst>
            <pc:docMk/>
            <pc:sldMk cId="3315712849" sldId="278"/>
            <ac:spMk id="7" creationId="{C8BE6709-9F84-5478-523F-E04184196749}"/>
          </ac:spMkLst>
        </pc:spChg>
        <pc:picChg chg="add del mod ord">
          <ac:chgData name="kondaparthy vishal" userId="421b72b2905f33b9" providerId="LiveId" clId="{647B7285-934E-4B70-8A20-885A0CB2C8B8}" dt="2026-09-24T12:30:05.496" v="394" actId="478"/>
          <ac:picMkLst>
            <pc:docMk/>
            <pc:sldMk cId="3315712849" sldId="278"/>
            <ac:picMk id="5" creationId="{3585190D-D0DD-1630-52B6-05A0961A29A6}"/>
          </ac:picMkLst>
        </pc:picChg>
        <pc:picChg chg="add mod ord">
          <ac:chgData name="kondaparthy vishal" userId="421b72b2905f33b9" providerId="LiveId" clId="{647B7285-934E-4B70-8A20-885A0CB2C8B8}" dt="2026-09-24T12:30:17.856" v="400" actId="1076"/>
          <ac:picMkLst>
            <pc:docMk/>
            <pc:sldMk cId="3315712849" sldId="278"/>
            <ac:picMk id="6" creationId="{28F3F769-135E-61E6-F4EF-5B890E1FC420}"/>
          </ac:picMkLst>
        </pc:picChg>
      </pc:sldChg>
      <pc:sldChg chg="addSp delSp modSp mod">
        <pc:chgData name="kondaparthy vishal" userId="421b72b2905f33b9" providerId="LiveId" clId="{647B7285-934E-4B70-8A20-885A0CB2C8B8}" dt="2026-09-17T11:36:13.422" v="58" actId="1076"/>
        <pc:sldMkLst>
          <pc:docMk/>
          <pc:sldMk cId="2180449918" sldId="279"/>
        </pc:sldMkLst>
        <pc:spChg chg="add mod">
          <ac:chgData name="kondaparthy vishal" userId="421b72b2905f33b9" providerId="LiveId" clId="{647B7285-934E-4B70-8A20-885A0CB2C8B8}" dt="2026-09-17T11:36:13.422" v="58" actId="1076"/>
          <ac:spMkLst>
            <pc:docMk/>
            <pc:sldMk cId="2180449918" sldId="279"/>
            <ac:spMk id="7" creationId="{7F2E32C5-5A1F-07BD-1F70-4BA1E9FCE27C}"/>
          </ac:spMkLst>
        </pc:spChg>
        <pc:picChg chg="add mod ord">
          <ac:chgData name="kondaparthy vishal" userId="421b72b2905f33b9" providerId="LiveId" clId="{647B7285-934E-4B70-8A20-885A0CB2C8B8}" dt="2026-09-17T11:36:09.677" v="57" actId="1076"/>
          <ac:picMkLst>
            <pc:docMk/>
            <pc:sldMk cId="2180449918" sldId="279"/>
            <ac:picMk id="5" creationId="{0FD37447-AA6A-4C44-6BE4-F602135AEC69}"/>
          </ac:picMkLst>
        </pc:picChg>
      </pc:sldChg>
      <pc:sldChg chg="addSp delSp modSp mod">
        <pc:chgData name="kondaparthy vishal" userId="421b72b2905f33b9" providerId="LiveId" clId="{647B7285-934E-4B70-8A20-885A0CB2C8B8}" dt="2026-09-17T11:37:43.143" v="70" actId="1076"/>
        <pc:sldMkLst>
          <pc:docMk/>
          <pc:sldMk cId="2085143723" sldId="280"/>
        </pc:sldMkLst>
        <pc:spChg chg="add mod">
          <ac:chgData name="kondaparthy vishal" userId="421b72b2905f33b9" providerId="LiveId" clId="{647B7285-934E-4B70-8A20-885A0CB2C8B8}" dt="2026-09-17T11:37:43.143" v="70" actId="1076"/>
          <ac:spMkLst>
            <pc:docMk/>
            <pc:sldMk cId="2085143723" sldId="280"/>
            <ac:spMk id="7" creationId="{6AB5D83A-F998-05B9-009C-2A7EC8F9F19A}"/>
          </ac:spMkLst>
        </pc:spChg>
        <pc:picChg chg="add mod ord">
          <ac:chgData name="kondaparthy vishal" userId="421b72b2905f33b9" providerId="LiveId" clId="{647B7285-934E-4B70-8A20-885A0CB2C8B8}" dt="2026-09-17T11:37:02.026" v="64" actId="14100"/>
          <ac:picMkLst>
            <pc:docMk/>
            <pc:sldMk cId="2085143723" sldId="280"/>
            <ac:picMk id="5" creationId="{F11485BC-6784-07DA-03F9-0354F4BB9DEB}"/>
          </ac:picMkLst>
        </pc:picChg>
      </pc:sldChg>
      <pc:sldChg chg="addSp delSp modSp mod">
        <pc:chgData name="kondaparthy vishal" userId="421b72b2905f33b9" providerId="LiveId" clId="{647B7285-934E-4B70-8A20-885A0CB2C8B8}" dt="2026-09-17T11:39:02.596" v="81" actId="14100"/>
        <pc:sldMkLst>
          <pc:docMk/>
          <pc:sldMk cId="3681574795" sldId="281"/>
        </pc:sldMkLst>
        <pc:spChg chg="add mod">
          <ac:chgData name="kondaparthy vishal" userId="421b72b2905f33b9" providerId="LiveId" clId="{647B7285-934E-4B70-8A20-885A0CB2C8B8}" dt="2026-09-17T11:39:02.596" v="81" actId="14100"/>
          <ac:spMkLst>
            <pc:docMk/>
            <pc:sldMk cId="3681574795" sldId="281"/>
            <ac:spMk id="7" creationId="{0285AE97-1C16-73C3-403E-49EFD6CEB4C5}"/>
          </ac:spMkLst>
        </pc:spChg>
        <pc:picChg chg="add mod ord">
          <ac:chgData name="kondaparthy vishal" userId="421b72b2905f33b9" providerId="LiveId" clId="{647B7285-934E-4B70-8A20-885A0CB2C8B8}" dt="2026-09-17T11:38:32.505" v="76" actId="14100"/>
          <ac:picMkLst>
            <pc:docMk/>
            <pc:sldMk cId="3681574795" sldId="281"/>
            <ac:picMk id="5" creationId="{40E35E00-AE45-EED7-A493-797BEA390F37}"/>
          </ac:picMkLst>
        </pc:picChg>
      </pc:sldChg>
      <pc:sldChg chg="addSp delSp modSp new mod">
        <pc:chgData name="kondaparthy vishal" userId="421b72b2905f33b9" providerId="LiveId" clId="{647B7285-934E-4B70-8A20-885A0CB2C8B8}" dt="2026-09-17T11:41:11.641" v="99" actId="1076"/>
        <pc:sldMkLst>
          <pc:docMk/>
          <pc:sldMk cId="182752859" sldId="282"/>
        </pc:sldMkLst>
        <pc:spChg chg="add mod">
          <ac:chgData name="kondaparthy vishal" userId="421b72b2905f33b9" providerId="LiveId" clId="{647B7285-934E-4B70-8A20-885A0CB2C8B8}" dt="2026-09-17T11:41:11.641" v="99" actId="1076"/>
          <ac:spMkLst>
            <pc:docMk/>
            <pc:sldMk cId="182752859" sldId="282"/>
            <ac:spMk id="7" creationId="{E64694BA-C4E4-E774-0537-5CC6D5F70B9C}"/>
          </ac:spMkLst>
        </pc:spChg>
        <pc:picChg chg="add mod ord">
          <ac:chgData name="kondaparthy vishal" userId="421b72b2905f33b9" providerId="LiveId" clId="{647B7285-934E-4B70-8A20-885A0CB2C8B8}" dt="2026-09-17T11:40:41.394" v="95" actId="14100"/>
          <ac:picMkLst>
            <pc:docMk/>
            <pc:sldMk cId="182752859" sldId="282"/>
            <ac:picMk id="5" creationId="{F0EEAF7F-AF9B-5F53-37A2-53FE4F43E75A}"/>
          </ac:picMkLst>
        </pc:picChg>
      </pc:sldChg>
      <pc:sldChg chg="addSp delSp modSp new mod">
        <pc:chgData name="kondaparthy vishal" userId="421b72b2905f33b9" providerId="LiveId" clId="{647B7285-934E-4B70-8A20-885A0CB2C8B8}" dt="2026-09-17T11:42:29.378" v="113" actId="1076"/>
        <pc:sldMkLst>
          <pc:docMk/>
          <pc:sldMk cId="3967829689" sldId="283"/>
        </pc:sldMkLst>
        <pc:spChg chg="add mod">
          <ac:chgData name="kondaparthy vishal" userId="421b72b2905f33b9" providerId="LiveId" clId="{647B7285-934E-4B70-8A20-885A0CB2C8B8}" dt="2026-09-17T11:42:29.378" v="113" actId="1076"/>
          <ac:spMkLst>
            <pc:docMk/>
            <pc:sldMk cId="3967829689" sldId="283"/>
            <ac:spMk id="7" creationId="{C07D73B0-7996-94A3-097F-85745E6305AC}"/>
          </ac:spMkLst>
        </pc:spChg>
        <pc:picChg chg="add mod ord">
          <ac:chgData name="kondaparthy vishal" userId="421b72b2905f33b9" providerId="LiveId" clId="{647B7285-934E-4B70-8A20-885A0CB2C8B8}" dt="2026-09-17T11:41:49.587" v="105" actId="14100"/>
          <ac:picMkLst>
            <pc:docMk/>
            <pc:sldMk cId="3967829689" sldId="283"/>
            <ac:picMk id="5" creationId="{637D5343-7904-3649-5FE4-95506C5CFB36}"/>
          </ac:picMkLst>
        </pc:picChg>
      </pc:sldChg>
      <pc:sldChg chg="addSp delSp modSp new mod">
        <pc:chgData name="kondaparthy vishal" userId="421b72b2905f33b9" providerId="LiveId" clId="{647B7285-934E-4B70-8A20-885A0CB2C8B8}" dt="2026-09-17T11:44:14.626" v="130" actId="1076"/>
        <pc:sldMkLst>
          <pc:docMk/>
          <pc:sldMk cId="1846880849" sldId="284"/>
        </pc:sldMkLst>
        <pc:spChg chg="add mod">
          <ac:chgData name="kondaparthy vishal" userId="421b72b2905f33b9" providerId="LiveId" clId="{647B7285-934E-4B70-8A20-885A0CB2C8B8}" dt="2026-09-17T11:44:14.626" v="130" actId="1076"/>
          <ac:spMkLst>
            <pc:docMk/>
            <pc:sldMk cId="1846880849" sldId="284"/>
            <ac:spMk id="7" creationId="{ABA13257-5800-E5D3-1821-D40B177C092F}"/>
          </ac:spMkLst>
        </pc:spChg>
        <pc:picChg chg="add mod ord">
          <ac:chgData name="kondaparthy vishal" userId="421b72b2905f33b9" providerId="LiveId" clId="{647B7285-934E-4B70-8A20-885A0CB2C8B8}" dt="2026-09-17T11:44:08.735" v="129" actId="14100"/>
          <ac:picMkLst>
            <pc:docMk/>
            <pc:sldMk cId="1846880849" sldId="284"/>
            <ac:picMk id="5" creationId="{30CAD43C-0B5A-BFB2-FCDA-935565B6C1FC}"/>
          </ac:picMkLst>
        </pc:picChg>
      </pc:sldChg>
      <pc:sldChg chg="addSp delSp modSp new mod">
        <pc:chgData name="kondaparthy vishal" userId="421b72b2905f33b9" providerId="LiveId" clId="{647B7285-934E-4B70-8A20-885A0CB2C8B8}" dt="2026-09-17T11:45:46.429" v="143" actId="14100"/>
        <pc:sldMkLst>
          <pc:docMk/>
          <pc:sldMk cId="1850402628" sldId="285"/>
        </pc:sldMkLst>
        <pc:spChg chg="add mod">
          <ac:chgData name="kondaparthy vishal" userId="421b72b2905f33b9" providerId="LiveId" clId="{647B7285-934E-4B70-8A20-885A0CB2C8B8}" dt="2026-09-17T11:45:46.429" v="143" actId="14100"/>
          <ac:spMkLst>
            <pc:docMk/>
            <pc:sldMk cId="1850402628" sldId="285"/>
            <ac:spMk id="7" creationId="{9921C5C5-AF34-B0A9-CCAE-98BFCADD9905}"/>
          </ac:spMkLst>
        </pc:spChg>
        <pc:picChg chg="add mod ord">
          <ac:chgData name="kondaparthy vishal" userId="421b72b2905f33b9" providerId="LiveId" clId="{647B7285-934E-4B70-8A20-885A0CB2C8B8}" dt="2026-09-17T11:45:40.465" v="141" actId="14100"/>
          <ac:picMkLst>
            <pc:docMk/>
            <pc:sldMk cId="1850402628" sldId="285"/>
            <ac:picMk id="5" creationId="{0A1BDB43-B28B-0CA4-7E35-1410565F331E}"/>
          </ac:picMkLst>
        </pc:picChg>
      </pc:sldChg>
      <pc:sldChg chg="addSp delSp modSp new mod">
        <pc:chgData name="kondaparthy vishal" userId="421b72b2905f33b9" providerId="LiveId" clId="{647B7285-934E-4B70-8A20-885A0CB2C8B8}" dt="2026-09-17T11:48:15.958" v="158" actId="1076"/>
        <pc:sldMkLst>
          <pc:docMk/>
          <pc:sldMk cId="297264616" sldId="286"/>
        </pc:sldMkLst>
        <pc:spChg chg="add mod">
          <ac:chgData name="kondaparthy vishal" userId="421b72b2905f33b9" providerId="LiveId" clId="{647B7285-934E-4B70-8A20-885A0CB2C8B8}" dt="2026-09-17T11:48:08.013" v="156" actId="1076"/>
          <ac:spMkLst>
            <pc:docMk/>
            <pc:sldMk cId="297264616" sldId="286"/>
            <ac:spMk id="7" creationId="{18FB5DAD-FC54-385C-E045-A1112777D6CE}"/>
          </ac:spMkLst>
        </pc:spChg>
        <pc:picChg chg="add mod ord">
          <ac:chgData name="kondaparthy vishal" userId="421b72b2905f33b9" providerId="LiveId" clId="{647B7285-934E-4B70-8A20-885A0CB2C8B8}" dt="2026-09-17T11:48:15.958" v="158" actId="1076"/>
          <ac:picMkLst>
            <pc:docMk/>
            <pc:sldMk cId="297264616" sldId="286"/>
            <ac:picMk id="5" creationId="{C52E705C-BD5C-0A55-E7E8-B479E2A9DADE}"/>
          </ac:picMkLst>
        </pc:picChg>
      </pc:sldChg>
      <pc:sldChg chg="addSp delSp modSp new mod">
        <pc:chgData name="kondaparthy vishal" userId="421b72b2905f33b9" providerId="LiveId" clId="{647B7285-934E-4B70-8A20-885A0CB2C8B8}" dt="2026-09-17T11:51:58.635" v="175" actId="1076"/>
        <pc:sldMkLst>
          <pc:docMk/>
          <pc:sldMk cId="2477008570" sldId="287"/>
        </pc:sldMkLst>
        <pc:spChg chg="add mod">
          <ac:chgData name="kondaparthy vishal" userId="421b72b2905f33b9" providerId="LiveId" clId="{647B7285-934E-4B70-8A20-885A0CB2C8B8}" dt="2026-09-17T11:51:58.635" v="175" actId="1076"/>
          <ac:spMkLst>
            <pc:docMk/>
            <pc:sldMk cId="2477008570" sldId="287"/>
            <ac:spMk id="7" creationId="{AADAF77B-A800-D7ED-5AC5-2587E9FF14A5}"/>
          </ac:spMkLst>
        </pc:spChg>
        <pc:picChg chg="add mod ord">
          <ac:chgData name="kondaparthy vishal" userId="421b72b2905f33b9" providerId="LiveId" clId="{647B7285-934E-4B70-8A20-885A0CB2C8B8}" dt="2026-09-17T11:51:15.956" v="169" actId="14100"/>
          <ac:picMkLst>
            <pc:docMk/>
            <pc:sldMk cId="2477008570" sldId="287"/>
            <ac:picMk id="5" creationId="{25E2B981-DAC1-812F-E5F6-719A31AC3BDC}"/>
          </ac:picMkLst>
        </pc:picChg>
      </pc:sldChg>
      <pc:sldChg chg="addSp delSp modSp new mod">
        <pc:chgData name="kondaparthy vishal" userId="421b72b2905f33b9" providerId="LiveId" clId="{647B7285-934E-4B70-8A20-885A0CB2C8B8}" dt="2026-09-24T12:12:11.305" v="302" actId="1440"/>
        <pc:sldMkLst>
          <pc:docMk/>
          <pc:sldMk cId="3902086764" sldId="288"/>
        </pc:sldMkLst>
        <pc:spChg chg="del">
          <ac:chgData name="kondaparthy vishal" userId="421b72b2905f33b9" providerId="LiveId" clId="{647B7285-934E-4B70-8A20-885A0CB2C8B8}" dt="2026-09-24T11:49:45.039" v="268" actId="478"/>
          <ac:spMkLst>
            <pc:docMk/>
            <pc:sldMk cId="3902086764" sldId="288"/>
            <ac:spMk id="2" creationId="{BBF4D331-5101-D7A7-3FB2-F582D96B4A6F}"/>
          </ac:spMkLst>
        </pc:spChg>
        <pc:spChg chg="del">
          <ac:chgData name="kondaparthy vishal" userId="421b72b2905f33b9" providerId="LiveId" clId="{647B7285-934E-4B70-8A20-885A0CB2C8B8}" dt="2026-09-24T11:48:54.495" v="262" actId="22"/>
          <ac:spMkLst>
            <pc:docMk/>
            <pc:sldMk cId="3902086764" sldId="288"/>
            <ac:spMk id="3" creationId="{5762E832-1266-43C0-1541-C9670046ADF0}"/>
          </ac:spMkLst>
        </pc:spChg>
        <pc:picChg chg="add mod ord">
          <ac:chgData name="kondaparthy vishal" userId="421b72b2905f33b9" providerId="LiveId" clId="{647B7285-934E-4B70-8A20-885A0CB2C8B8}" dt="2026-09-24T12:12:11.305" v="302" actId="1440"/>
          <ac:picMkLst>
            <pc:docMk/>
            <pc:sldMk cId="3902086764" sldId="288"/>
            <ac:picMk id="5" creationId="{74022871-036B-5B32-9336-FD800608EF9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FF4BB-5EB9-8801-AB0D-AA0176EC4B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566BEA-D71D-FAC1-D557-B358086D8A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BB0FDE6-8826-D5DD-6D61-1440FDD25D64}"/>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5" name="Footer Placeholder 4">
            <a:extLst>
              <a:ext uri="{FF2B5EF4-FFF2-40B4-BE49-F238E27FC236}">
                <a16:creationId xmlns:a16="http://schemas.microsoft.com/office/drawing/2014/main" id="{D061D166-6972-1AAB-878C-5747FCD7CE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490180-EADB-1279-A939-180200B685CC}"/>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4158059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90F7-C3E7-9B2E-A03D-E5918BCD3D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292388-B7B9-52A0-6F87-6B3AC5B930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B245C8-3AB3-9038-AFF9-2BBEAB460605}"/>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5" name="Footer Placeholder 4">
            <a:extLst>
              <a:ext uri="{FF2B5EF4-FFF2-40B4-BE49-F238E27FC236}">
                <a16:creationId xmlns:a16="http://schemas.microsoft.com/office/drawing/2014/main" id="{39BEE316-0E1C-B214-E797-780655F96C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6E7F2E-A1B3-DC6B-0AA8-9386DA032A4F}"/>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72251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6A50B-9351-E79A-FCC6-024ECDEA36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7A67DE-217C-ED22-5FEB-9442E03D10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C2CA34-F305-57F2-6253-1B3F9630FA36}"/>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5" name="Footer Placeholder 4">
            <a:extLst>
              <a:ext uri="{FF2B5EF4-FFF2-40B4-BE49-F238E27FC236}">
                <a16:creationId xmlns:a16="http://schemas.microsoft.com/office/drawing/2014/main" id="{390073A6-83F7-D303-D065-09C45497A6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434973-86D3-A333-661A-EC086B766285}"/>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3131406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72336-2EAA-C194-1FFE-DC294F1B33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05FF07-025B-A112-4E54-EBAE2EF866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456960-DBFC-724C-FC5D-42DB76A933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604D7E-13A2-086D-7CA7-BC9016561A83}"/>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6" name="Footer Placeholder 5">
            <a:extLst>
              <a:ext uri="{FF2B5EF4-FFF2-40B4-BE49-F238E27FC236}">
                <a16:creationId xmlns:a16="http://schemas.microsoft.com/office/drawing/2014/main" id="{CC22B2CF-1CA5-9C27-D0CE-43D9AC0DBA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D03C1-1ACC-6729-F5A0-EEED183E1D45}"/>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462133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293D3-73D4-63DD-F694-0D513590EE3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D3B0C0-D8C0-3FEB-94B9-9818D15969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F47DBB-D6FC-38D6-E69D-DC24BF2150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48AE5C-5D5E-8BFC-2595-00D88384D6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A2332D-F0A3-7FFF-771F-8608E7F755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862D6B-F6E7-1FAA-D481-978DD769EBC2}"/>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8" name="Footer Placeholder 7">
            <a:extLst>
              <a:ext uri="{FF2B5EF4-FFF2-40B4-BE49-F238E27FC236}">
                <a16:creationId xmlns:a16="http://schemas.microsoft.com/office/drawing/2014/main" id="{7A0B3C1F-4E64-B85C-CBD9-ACB81D0204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A23BCB-F52D-974F-81A4-25CBB93F06C8}"/>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1117137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F1ECA-48B5-01C9-9032-40B9902484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BE03BC-A921-3531-8949-7DCA8A73BA13}"/>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4" name="Footer Placeholder 3">
            <a:extLst>
              <a:ext uri="{FF2B5EF4-FFF2-40B4-BE49-F238E27FC236}">
                <a16:creationId xmlns:a16="http://schemas.microsoft.com/office/drawing/2014/main" id="{E005F755-BF74-DD75-A98F-9B6E9D68D6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79BC8F-77B8-A25E-CF79-CECA3B462FB0}"/>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4088656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882811-C1C2-3DFC-A84C-B5A2CBC47DBC}"/>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3" name="Footer Placeholder 2">
            <a:extLst>
              <a:ext uri="{FF2B5EF4-FFF2-40B4-BE49-F238E27FC236}">
                <a16:creationId xmlns:a16="http://schemas.microsoft.com/office/drawing/2014/main" id="{62DDA005-5CC0-D693-6E13-FFF8B1CFA3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B09462-DECB-5880-B0AF-1EC73341FEB2}"/>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1253173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B0A0D-02D6-1DD4-BCF9-B51D1AE71C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1675DE-1BA5-757F-929D-A4A123CEE5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CE3FEC-295E-5F2D-E496-BC764389B3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36B5AA-1AC9-2758-2B76-65A67110C78A}"/>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6" name="Footer Placeholder 5">
            <a:extLst>
              <a:ext uri="{FF2B5EF4-FFF2-40B4-BE49-F238E27FC236}">
                <a16:creationId xmlns:a16="http://schemas.microsoft.com/office/drawing/2014/main" id="{E8712A59-D579-8543-028C-6D20C24425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83C083-7EC1-9D34-9D03-F7928B277943}"/>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1267469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0BE7A-7279-371D-6484-26C519BA6E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5FEBD3-4FEB-B9D8-31E5-D02026849B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D2FEBB-7A96-D7CD-C4FB-299D5A20BF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9E6E77-3F42-6EDA-5752-C7B79AF79FAD}"/>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6" name="Footer Placeholder 5">
            <a:extLst>
              <a:ext uri="{FF2B5EF4-FFF2-40B4-BE49-F238E27FC236}">
                <a16:creationId xmlns:a16="http://schemas.microsoft.com/office/drawing/2014/main" id="{31FE00CB-EB81-FD35-BA96-CB3CF432BE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0AAD6E-AC41-F1A8-2748-9B018CDBBB3D}"/>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2832903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F842-24E0-AD48-E545-7EBD3BBFA8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238450-18B1-90EE-1AF7-576969045D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C97B3E-8D68-371F-0A68-49A3095DD9EC}"/>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5" name="Footer Placeholder 4">
            <a:extLst>
              <a:ext uri="{FF2B5EF4-FFF2-40B4-BE49-F238E27FC236}">
                <a16:creationId xmlns:a16="http://schemas.microsoft.com/office/drawing/2014/main" id="{DEC69BBC-0073-8949-1B8D-39F52DB2BF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6DF375-75F2-7E6A-A253-246616B82EDC}"/>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2509469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B642A0-B398-E63C-EB5E-758CFE3E6D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53AF29-1C38-EDD0-2672-EB1071BE29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051075-556D-CD49-01E7-05554766A913}"/>
              </a:ext>
            </a:extLst>
          </p:cNvPr>
          <p:cNvSpPr>
            <a:spLocks noGrp="1"/>
          </p:cNvSpPr>
          <p:nvPr>
            <p:ph type="dt" sz="half" idx="10"/>
          </p:nvPr>
        </p:nvSpPr>
        <p:spPr/>
        <p:txBody>
          <a:bodyPr/>
          <a:lstStyle/>
          <a:p>
            <a:fld id="{39BFCBC8-50AD-469F-BF67-A41418A5BBB2}" type="datetimeFigureOut">
              <a:rPr lang="en-IN" smtClean="0"/>
              <a:t>24-09-2026</a:t>
            </a:fld>
            <a:endParaRPr lang="en-IN"/>
          </a:p>
        </p:txBody>
      </p:sp>
      <p:sp>
        <p:nvSpPr>
          <p:cNvPr id="5" name="Footer Placeholder 4">
            <a:extLst>
              <a:ext uri="{FF2B5EF4-FFF2-40B4-BE49-F238E27FC236}">
                <a16:creationId xmlns:a16="http://schemas.microsoft.com/office/drawing/2014/main" id="{1D420F2C-7EE4-C076-3523-BE61FE2114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D34743-D341-806E-76D9-E5AB679C6739}"/>
              </a:ext>
            </a:extLst>
          </p:cNvPr>
          <p:cNvSpPr>
            <a:spLocks noGrp="1"/>
          </p:cNvSpPr>
          <p:nvPr>
            <p:ph type="sldNum" sz="quarter" idx="12"/>
          </p:nvPr>
        </p:nvSpPr>
        <p:spPr/>
        <p:txBody>
          <a:bodyPr/>
          <a:lstStyle/>
          <a:p>
            <a:fld id="{07F1E245-A24A-4884-A244-C3CAB9E347E5}" type="slidenum">
              <a:rPr lang="en-IN" smtClean="0"/>
              <a:t>‹#›</a:t>
            </a:fld>
            <a:endParaRPr lang="en-IN"/>
          </a:p>
        </p:txBody>
      </p:sp>
    </p:spTree>
    <p:extLst>
      <p:ext uri="{BB962C8B-B14F-4D97-AF65-F5344CB8AC3E}">
        <p14:creationId xmlns:p14="http://schemas.microsoft.com/office/powerpoint/2010/main" val="4097127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59F7D7-E1A2-E954-4D46-BB6915B67E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6B4395-9FDD-4B42-4041-D3F031FE47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3C7FEA-B358-D57D-CFAF-C0249ED027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BFCBC8-50AD-469F-BF67-A41418A5BBB2}" type="datetimeFigureOut">
              <a:rPr lang="en-IN" smtClean="0"/>
              <a:t>24-09-2026</a:t>
            </a:fld>
            <a:endParaRPr lang="en-IN"/>
          </a:p>
        </p:txBody>
      </p:sp>
      <p:sp>
        <p:nvSpPr>
          <p:cNvPr id="5" name="Footer Placeholder 4">
            <a:extLst>
              <a:ext uri="{FF2B5EF4-FFF2-40B4-BE49-F238E27FC236}">
                <a16:creationId xmlns:a16="http://schemas.microsoft.com/office/drawing/2014/main" id="{91F6E203-1697-7CCB-4638-2468ECD930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E3B5D6-E753-5557-800A-EFE742523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F1E245-A24A-4884-A244-C3CAB9E347E5}" type="slidenum">
              <a:rPr lang="en-IN" smtClean="0"/>
              <a:t>‹#›</a:t>
            </a:fld>
            <a:endParaRPr lang="en-IN"/>
          </a:p>
        </p:txBody>
      </p:sp>
    </p:spTree>
    <p:extLst>
      <p:ext uri="{BB962C8B-B14F-4D97-AF65-F5344CB8AC3E}">
        <p14:creationId xmlns:p14="http://schemas.microsoft.com/office/powerpoint/2010/main" val="23816907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705CD-8BC5-5E5B-8C4C-04AD00327880}"/>
              </a:ext>
            </a:extLst>
          </p:cNvPr>
          <p:cNvSpPr>
            <a:spLocks noGrp="1"/>
          </p:cNvSpPr>
          <p:nvPr>
            <p:ph type="ctrTitle"/>
          </p:nvPr>
        </p:nvSpPr>
        <p:spPr>
          <a:xfrm>
            <a:off x="1524000" y="1122363"/>
            <a:ext cx="9144000" cy="697010"/>
          </a:xfrm>
        </p:spPr>
        <p:txBody>
          <a:bodyPr>
            <a:normAutofit fontScale="90000"/>
          </a:bodyPr>
          <a:lstStyle/>
          <a:p>
            <a:r>
              <a:rPr lang="en-IN" dirty="0" err="1"/>
              <a:t>MediCor</a:t>
            </a:r>
            <a:r>
              <a:rPr lang="en-IN" dirty="0"/>
              <a:t> AI</a:t>
            </a:r>
          </a:p>
        </p:txBody>
      </p:sp>
      <p:sp>
        <p:nvSpPr>
          <p:cNvPr id="3" name="Subtitle 2">
            <a:extLst>
              <a:ext uri="{FF2B5EF4-FFF2-40B4-BE49-F238E27FC236}">
                <a16:creationId xmlns:a16="http://schemas.microsoft.com/office/drawing/2014/main" id="{90DD815A-9106-7416-6316-F6475914B0B7}"/>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598491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2ABD6ED-D710-5F0E-89D4-5F640108421C}"/>
              </a:ext>
            </a:extLst>
          </p:cNvPr>
          <p:cNvPicPr>
            <a:picLocks noGrp="1" noChangeAspect="1"/>
          </p:cNvPicPr>
          <p:nvPr>
            <p:ph idx="1"/>
          </p:nvPr>
        </p:nvPicPr>
        <p:blipFill>
          <a:blip r:embed="rId2"/>
          <a:stretch>
            <a:fillRect/>
          </a:stretch>
        </p:blipFill>
        <p:spPr>
          <a:xfrm>
            <a:off x="233737" y="445416"/>
            <a:ext cx="11724525" cy="59671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52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8A7B31B2-24B6-AB8F-9504-CD4531167CAE}"/>
              </a:ext>
            </a:extLst>
          </p:cNvPr>
          <p:cNvPicPr>
            <a:picLocks noGrp="1" noChangeAspect="1"/>
          </p:cNvPicPr>
          <p:nvPr>
            <p:ph idx="1"/>
          </p:nvPr>
        </p:nvPicPr>
        <p:blipFill>
          <a:blip r:embed="rId2"/>
          <a:stretch>
            <a:fillRect/>
          </a:stretch>
        </p:blipFill>
        <p:spPr>
          <a:xfrm>
            <a:off x="237552" y="448926"/>
            <a:ext cx="11716896" cy="59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36030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328E5B9-8935-E216-3ADE-7E31B2AA71FF}"/>
              </a:ext>
            </a:extLst>
          </p:cNvPr>
          <p:cNvPicPr>
            <a:picLocks noGrp="1" noChangeAspect="1"/>
          </p:cNvPicPr>
          <p:nvPr>
            <p:ph idx="1"/>
          </p:nvPr>
        </p:nvPicPr>
        <p:blipFill>
          <a:blip r:embed="rId2"/>
          <a:stretch>
            <a:fillRect/>
          </a:stretch>
        </p:blipFill>
        <p:spPr>
          <a:xfrm>
            <a:off x="206056" y="584462"/>
            <a:ext cx="11779887" cy="60167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91762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AFCB298-A4FB-1D50-36E5-6349F2C4D0E6}"/>
              </a:ext>
            </a:extLst>
          </p:cNvPr>
          <p:cNvPicPr>
            <a:picLocks noGrp="1" noChangeAspect="1"/>
          </p:cNvPicPr>
          <p:nvPr>
            <p:ph idx="1"/>
          </p:nvPr>
        </p:nvPicPr>
        <p:blipFill>
          <a:blip r:embed="rId2"/>
          <a:stretch>
            <a:fillRect/>
          </a:stretch>
        </p:blipFill>
        <p:spPr>
          <a:xfrm>
            <a:off x="271554" y="467780"/>
            <a:ext cx="11648892" cy="59224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70968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0CEF3EC-50BE-9F10-F1E3-D6E1E369E988}"/>
              </a:ext>
            </a:extLst>
          </p:cNvPr>
          <p:cNvPicPr>
            <a:picLocks noGrp="1" noChangeAspect="1"/>
          </p:cNvPicPr>
          <p:nvPr>
            <p:ph idx="1"/>
          </p:nvPr>
        </p:nvPicPr>
        <p:blipFill>
          <a:blip r:embed="rId2"/>
          <a:stretch>
            <a:fillRect/>
          </a:stretch>
        </p:blipFill>
        <p:spPr>
          <a:xfrm>
            <a:off x="339365" y="517853"/>
            <a:ext cx="11663448" cy="59666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44316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2680B57-EB6F-DA5F-BB11-821C1CA18D47}"/>
              </a:ext>
            </a:extLst>
          </p:cNvPr>
          <p:cNvPicPr>
            <a:picLocks noGrp="1" noChangeAspect="1"/>
          </p:cNvPicPr>
          <p:nvPr>
            <p:ph idx="1"/>
          </p:nvPr>
        </p:nvPicPr>
        <p:blipFill>
          <a:blip r:embed="rId2"/>
          <a:stretch>
            <a:fillRect/>
          </a:stretch>
        </p:blipFill>
        <p:spPr>
          <a:xfrm>
            <a:off x="271441" y="329938"/>
            <a:ext cx="11649118" cy="60425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63933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812796F-23AF-5D17-3968-7B05DB9C452E}"/>
              </a:ext>
            </a:extLst>
          </p:cNvPr>
          <p:cNvPicPr>
            <a:picLocks noGrp="1" noChangeAspect="1"/>
          </p:cNvPicPr>
          <p:nvPr>
            <p:ph idx="1"/>
          </p:nvPr>
        </p:nvPicPr>
        <p:blipFill>
          <a:blip r:embed="rId2"/>
          <a:stretch>
            <a:fillRect/>
          </a:stretch>
        </p:blipFill>
        <p:spPr>
          <a:xfrm>
            <a:off x="405421" y="377073"/>
            <a:ext cx="11537644" cy="58658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62296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5322E44-8B9B-619D-2426-4DBBAF8FE9C6}"/>
              </a:ext>
            </a:extLst>
          </p:cNvPr>
          <p:cNvPicPr>
            <a:picLocks noGrp="1" noChangeAspect="1"/>
          </p:cNvPicPr>
          <p:nvPr>
            <p:ph idx="1"/>
          </p:nvPr>
        </p:nvPicPr>
        <p:blipFill>
          <a:blip r:embed="rId2"/>
          <a:stretch>
            <a:fillRect/>
          </a:stretch>
        </p:blipFill>
        <p:spPr>
          <a:xfrm>
            <a:off x="265521" y="481481"/>
            <a:ext cx="11660958" cy="61385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49554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0EC6FEC-F5EA-B24E-B277-12C7510CB5AF}"/>
              </a:ext>
            </a:extLst>
          </p:cNvPr>
          <p:cNvPicPr>
            <a:picLocks noGrp="1" noChangeAspect="1"/>
          </p:cNvPicPr>
          <p:nvPr>
            <p:ph idx="1"/>
          </p:nvPr>
        </p:nvPicPr>
        <p:blipFill>
          <a:blip r:embed="rId2"/>
          <a:stretch>
            <a:fillRect/>
          </a:stretch>
        </p:blipFill>
        <p:spPr>
          <a:xfrm>
            <a:off x="265629" y="318889"/>
            <a:ext cx="11517876" cy="605363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05351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4022871-036B-5B32-9336-FD800608EF9C}"/>
              </a:ext>
            </a:extLst>
          </p:cNvPr>
          <p:cNvPicPr>
            <a:picLocks noGrp="1" noChangeAspect="1"/>
          </p:cNvPicPr>
          <p:nvPr>
            <p:ph idx="1"/>
          </p:nvPr>
        </p:nvPicPr>
        <p:blipFill>
          <a:blip r:embed="rId2"/>
          <a:stretch>
            <a:fillRect/>
          </a:stretch>
        </p:blipFill>
        <p:spPr>
          <a:xfrm>
            <a:off x="276117" y="518474"/>
            <a:ext cx="11690648" cy="59744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02086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0F31C99C-9FA4-0A50-2464-01594F01F167}"/>
              </a:ext>
            </a:extLst>
          </p:cNvPr>
          <p:cNvPicPr>
            <a:picLocks noGrp="1" noChangeAspect="1"/>
          </p:cNvPicPr>
          <p:nvPr>
            <p:ph idx="1"/>
          </p:nvPr>
        </p:nvPicPr>
        <p:blipFill>
          <a:blip r:embed="rId2"/>
          <a:stretch>
            <a:fillRect/>
          </a:stretch>
        </p:blipFill>
        <p:spPr>
          <a:xfrm>
            <a:off x="655300" y="254523"/>
            <a:ext cx="10110110" cy="62499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72197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80DB83-5236-17DC-24FC-44AE58BD490E}"/>
              </a:ext>
            </a:extLst>
          </p:cNvPr>
          <p:cNvSpPr>
            <a:spLocks noGrp="1"/>
          </p:cNvSpPr>
          <p:nvPr>
            <p:ph idx="1"/>
          </p:nvPr>
        </p:nvSpPr>
        <p:spPr>
          <a:xfrm>
            <a:off x="734505" y="430458"/>
            <a:ext cx="10515600" cy="1417196"/>
          </a:xfrm>
        </p:spPr>
        <p:txBody>
          <a:bodyPr/>
          <a:lstStyle/>
          <a:p>
            <a:r>
              <a:rPr lang="en-IN" dirty="0"/>
              <a:t>“The dashboard provides a real-time operational overview of the AI receptionist. Staff can quickly see calls handled, appointments booked, recent calls, today's schedule and call volume.”</a:t>
            </a:r>
          </a:p>
        </p:txBody>
      </p:sp>
    </p:spTree>
    <p:extLst>
      <p:ext uri="{BB962C8B-B14F-4D97-AF65-F5344CB8AC3E}">
        <p14:creationId xmlns:p14="http://schemas.microsoft.com/office/powerpoint/2010/main" val="578450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6156844-1FAE-EFE3-09DD-A456A32B6E5F}"/>
              </a:ext>
            </a:extLst>
          </p:cNvPr>
          <p:cNvSpPr txBox="1"/>
          <p:nvPr/>
        </p:nvSpPr>
        <p:spPr>
          <a:xfrm>
            <a:off x="7279706" y="625320"/>
            <a:ext cx="3875987" cy="2031325"/>
          </a:xfrm>
          <a:prstGeom prst="rect">
            <a:avLst/>
          </a:prstGeom>
          <a:noFill/>
        </p:spPr>
        <p:txBody>
          <a:bodyPr wrap="square">
            <a:spAutoFit/>
          </a:bodyPr>
          <a:lstStyle/>
          <a:p>
            <a:r>
              <a:rPr lang="en-IN" dirty="0"/>
              <a:t>“Analytics helps the clinic understand how effectively the AI receptionist is performing. It provides call volumes, resolution rates, transfers, appointment bookings, call outcomes, caller sentiment and doctor-wise booking information.”</a:t>
            </a:r>
          </a:p>
        </p:txBody>
      </p:sp>
      <p:pic>
        <p:nvPicPr>
          <p:cNvPr id="5" name="Content Placeholder 4">
            <a:extLst>
              <a:ext uri="{FF2B5EF4-FFF2-40B4-BE49-F238E27FC236}">
                <a16:creationId xmlns:a16="http://schemas.microsoft.com/office/drawing/2014/main" id="{3F82335A-2433-84C1-0173-623F8AB5CECE}"/>
              </a:ext>
            </a:extLst>
          </p:cNvPr>
          <p:cNvPicPr>
            <a:picLocks noGrp="1" noChangeAspect="1"/>
          </p:cNvPicPr>
          <p:nvPr>
            <p:ph idx="1"/>
          </p:nvPr>
        </p:nvPicPr>
        <p:blipFill>
          <a:blip r:embed="rId2"/>
          <a:stretch>
            <a:fillRect/>
          </a:stretch>
        </p:blipFill>
        <p:spPr>
          <a:xfrm>
            <a:off x="361343" y="268203"/>
            <a:ext cx="6491943" cy="64073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76398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61BE65E-CEBF-27FC-539B-69917CD5F4BC}"/>
              </a:ext>
            </a:extLst>
          </p:cNvPr>
          <p:cNvSpPr txBox="1"/>
          <p:nvPr/>
        </p:nvSpPr>
        <p:spPr>
          <a:xfrm>
            <a:off x="8455842" y="813856"/>
            <a:ext cx="2901099" cy="2585323"/>
          </a:xfrm>
          <a:prstGeom prst="rect">
            <a:avLst/>
          </a:prstGeom>
          <a:noFill/>
        </p:spPr>
        <p:txBody>
          <a:bodyPr wrap="square">
            <a:spAutoFit/>
          </a:bodyPr>
          <a:lstStyle/>
          <a:p>
            <a:r>
              <a:rPr lang="en-IN" dirty="0"/>
              <a:t>“Call Logs provide a complete history of AI-handled calls. Staff can review the call outcome, AI-generated summary and full conversation transcript, which helps with follow-up, quality review and operational monitoring.”</a:t>
            </a:r>
          </a:p>
        </p:txBody>
      </p:sp>
      <p:pic>
        <p:nvPicPr>
          <p:cNvPr id="15" name="Content Placeholder 14">
            <a:extLst>
              <a:ext uri="{FF2B5EF4-FFF2-40B4-BE49-F238E27FC236}">
                <a16:creationId xmlns:a16="http://schemas.microsoft.com/office/drawing/2014/main" id="{A42249DF-B3DE-2720-967A-33EBF51055E9}"/>
              </a:ext>
            </a:extLst>
          </p:cNvPr>
          <p:cNvPicPr>
            <a:picLocks noGrp="1" noChangeAspect="1"/>
          </p:cNvPicPr>
          <p:nvPr>
            <p:ph idx="1"/>
          </p:nvPr>
        </p:nvPicPr>
        <p:blipFill>
          <a:blip r:embed="rId2"/>
          <a:stretch>
            <a:fillRect/>
          </a:stretch>
        </p:blipFill>
        <p:spPr>
          <a:xfrm>
            <a:off x="191862" y="427355"/>
            <a:ext cx="8122966" cy="51627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07724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FDEE99A-41CD-4B42-109C-7E741A5F7800}"/>
              </a:ext>
            </a:extLst>
          </p:cNvPr>
          <p:cNvSpPr txBox="1"/>
          <p:nvPr/>
        </p:nvSpPr>
        <p:spPr>
          <a:xfrm>
            <a:off x="8644807" y="975329"/>
            <a:ext cx="3333822" cy="2585323"/>
          </a:xfrm>
          <a:prstGeom prst="rect">
            <a:avLst/>
          </a:prstGeom>
          <a:noFill/>
        </p:spPr>
        <p:txBody>
          <a:bodyPr wrap="square">
            <a:spAutoFit/>
          </a:bodyPr>
          <a:lstStyle/>
          <a:p>
            <a:r>
              <a:rPr lang="en-IN" dirty="0"/>
              <a:t>“This is the appointment management screen. Clinic staff can view their schedule in day, week or month format and manage appointments. AI-generated bookings can also be reviewed and verified before they are synchronized with the clinic's system.”</a:t>
            </a:r>
          </a:p>
        </p:txBody>
      </p:sp>
      <p:pic>
        <p:nvPicPr>
          <p:cNvPr id="6" name="Content Placeholder 5">
            <a:extLst>
              <a:ext uri="{FF2B5EF4-FFF2-40B4-BE49-F238E27FC236}">
                <a16:creationId xmlns:a16="http://schemas.microsoft.com/office/drawing/2014/main" id="{22F6AA6C-9C1A-DE9C-84FC-E9903762D6BE}"/>
              </a:ext>
            </a:extLst>
          </p:cNvPr>
          <p:cNvPicPr>
            <a:picLocks noGrp="1" noChangeAspect="1"/>
          </p:cNvPicPr>
          <p:nvPr>
            <p:ph idx="1"/>
          </p:nvPr>
        </p:nvPicPr>
        <p:blipFill>
          <a:blip r:embed="rId2"/>
          <a:stretch>
            <a:fillRect/>
          </a:stretch>
        </p:blipFill>
        <p:spPr>
          <a:xfrm>
            <a:off x="213371" y="430458"/>
            <a:ext cx="8192668" cy="57818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92317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6EEDA26-A536-85D2-6E14-2DD55D11A1F8}"/>
              </a:ext>
            </a:extLst>
          </p:cNvPr>
          <p:cNvSpPr txBox="1"/>
          <p:nvPr/>
        </p:nvSpPr>
        <p:spPr>
          <a:xfrm>
            <a:off x="9465014" y="653600"/>
            <a:ext cx="2385766" cy="3416320"/>
          </a:xfrm>
          <a:prstGeom prst="rect">
            <a:avLst/>
          </a:prstGeom>
          <a:noFill/>
        </p:spPr>
        <p:txBody>
          <a:bodyPr wrap="square">
            <a:spAutoFit/>
          </a:bodyPr>
          <a:lstStyle/>
          <a:p>
            <a:r>
              <a:rPr lang="en-IN" dirty="0"/>
              <a:t>“The Patients module provides the clinic with a centralized list of patients who have interacted with the AI receptionist. Staff can search patients using their name or medical record number and view their associated information and status.”</a:t>
            </a:r>
          </a:p>
        </p:txBody>
      </p:sp>
      <p:pic>
        <p:nvPicPr>
          <p:cNvPr id="6" name="Content Placeholder 5">
            <a:extLst>
              <a:ext uri="{FF2B5EF4-FFF2-40B4-BE49-F238E27FC236}">
                <a16:creationId xmlns:a16="http://schemas.microsoft.com/office/drawing/2014/main" id="{4326EE61-CF0A-F573-CE2C-B97DCE014930}"/>
              </a:ext>
            </a:extLst>
          </p:cNvPr>
          <p:cNvPicPr>
            <a:picLocks noGrp="1" noChangeAspect="1"/>
          </p:cNvPicPr>
          <p:nvPr>
            <p:ph idx="1"/>
          </p:nvPr>
        </p:nvPicPr>
        <p:blipFill>
          <a:blip r:embed="rId2"/>
          <a:stretch>
            <a:fillRect/>
          </a:stretch>
        </p:blipFill>
        <p:spPr>
          <a:xfrm>
            <a:off x="341220" y="392750"/>
            <a:ext cx="8878194" cy="48391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14784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8FE4A32-FAA3-7E6B-B6AC-C2576D63A2CD}"/>
              </a:ext>
            </a:extLst>
          </p:cNvPr>
          <p:cNvSpPr txBox="1"/>
          <p:nvPr/>
        </p:nvSpPr>
        <p:spPr>
          <a:xfrm>
            <a:off x="9537086" y="854466"/>
            <a:ext cx="2416102" cy="4247317"/>
          </a:xfrm>
          <a:prstGeom prst="rect">
            <a:avLst/>
          </a:prstGeom>
          <a:noFill/>
        </p:spPr>
        <p:txBody>
          <a:bodyPr wrap="square">
            <a:spAutoFit/>
          </a:bodyPr>
          <a:lstStyle/>
          <a:p>
            <a:r>
              <a:rPr lang="en-IN" dirty="0"/>
              <a:t>“The Clinic Profile defines the basic information that the AI receptionist uses when answering patient questions. This includes clinic hours, contact information, location and general information. The system is designed to avoid inventing information when a detail has not been provided.”</a:t>
            </a:r>
          </a:p>
        </p:txBody>
      </p:sp>
      <p:pic>
        <p:nvPicPr>
          <p:cNvPr id="6" name="Content Placeholder 5">
            <a:extLst>
              <a:ext uri="{FF2B5EF4-FFF2-40B4-BE49-F238E27FC236}">
                <a16:creationId xmlns:a16="http://schemas.microsoft.com/office/drawing/2014/main" id="{BE4E243F-B59E-71A3-6754-B7ADC3212DE2}"/>
              </a:ext>
            </a:extLst>
          </p:cNvPr>
          <p:cNvPicPr>
            <a:picLocks noGrp="1" noChangeAspect="1"/>
          </p:cNvPicPr>
          <p:nvPr>
            <p:ph idx="1"/>
          </p:nvPr>
        </p:nvPicPr>
        <p:blipFill>
          <a:blip r:embed="rId2"/>
          <a:stretch>
            <a:fillRect/>
          </a:stretch>
        </p:blipFill>
        <p:spPr>
          <a:xfrm>
            <a:off x="529172" y="317479"/>
            <a:ext cx="7860683" cy="62230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12672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E095218-9D49-89BD-FFBB-F2B72E82B78E}"/>
              </a:ext>
            </a:extLst>
          </p:cNvPr>
          <p:cNvSpPr txBox="1"/>
          <p:nvPr/>
        </p:nvSpPr>
        <p:spPr>
          <a:xfrm>
            <a:off x="8758829" y="1511439"/>
            <a:ext cx="3194359" cy="2308324"/>
          </a:xfrm>
          <a:prstGeom prst="rect">
            <a:avLst/>
          </a:prstGeom>
          <a:noFill/>
        </p:spPr>
        <p:txBody>
          <a:bodyPr wrap="square">
            <a:spAutoFit/>
          </a:bodyPr>
          <a:lstStyle/>
          <a:p>
            <a:pPr>
              <a:buNone/>
            </a:pPr>
            <a:r>
              <a:rPr lang="en-IN" b="1" dirty="0"/>
              <a:t>“The Knowledge Base allows the clinic to provide trusted information to the AI through documents, website sources and FAQs. The same knowledge base is used by the AI receptionist when answering patient questions during calls.”</a:t>
            </a:r>
            <a:endParaRPr lang="en-IN" dirty="0"/>
          </a:p>
        </p:txBody>
      </p:sp>
      <p:pic>
        <p:nvPicPr>
          <p:cNvPr id="6" name="Content Placeholder 5">
            <a:extLst>
              <a:ext uri="{FF2B5EF4-FFF2-40B4-BE49-F238E27FC236}">
                <a16:creationId xmlns:a16="http://schemas.microsoft.com/office/drawing/2014/main" id="{DBDCFFA8-F748-AA09-9B38-21A5985A6EFC}"/>
              </a:ext>
            </a:extLst>
          </p:cNvPr>
          <p:cNvPicPr>
            <a:picLocks noGrp="1" noChangeAspect="1"/>
          </p:cNvPicPr>
          <p:nvPr>
            <p:ph idx="1"/>
          </p:nvPr>
        </p:nvPicPr>
        <p:blipFill>
          <a:blip r:embed="rId2"/>
          <a:stretch>
            <a:fillRect/>
          </a:stretch>
        </p:blipFill>
        <p:spPr>
          <a:xfrm>
            <a:off x="404900" y="442797"/>
            <a:ext cx="8104206" cy="51284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95052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14BA068-D244-762C-6740-0283BFC54446}"/>
              </a:ext>
            </a:extLst>
          </p:cNvPr>
          <p:cNvSpPr txBox="1"/>
          <p:nvPr/>
        </p:nvSpPr>
        <p:spPr>
          <a:xfrm>
            <a:off x="7590934" y="747868"/>
            <a:ext cx="4136009" cy="1754326"/>
          </a:xfrm>
          <a:prstGeom prst="rect">
            <a:avLst/>
          </a:prstGeom>
          <a:noFill/>
        </p:spPr>
        <p:txBody>
          <a:bodyPr wrap="square">
            <a:spAutoFit/>
          </a:bodyPr>
          <a:lstStyle/>
          <a:p>
            <a:pPr>
              <a:buNone/>
            </a:pPr>
            <a:r>
              <a:rPr lang="en-IN" b="1" dirty="0"/>
              <a:t>“This is the control </a:t>
            </a:r>
            <a:r>
              <a:rPr lang="en-IN" b="1" dirty="0" err="1"/>
              <a:t>center</a:t>
            </a:r>
            <a:r>
              <a:rPr lang="en-IN" b="1" dirty="0"/>
              <a:t> for the AI receptionist. Clinic administrators can configure the AI's voice and greeting, define escalation rules, manage its knowledge source and configure EHR integration.”</a:t>
            </a:r>
            <a:endParaRPr lang="en-IN" dirty="0"/>
          </a:p>
        </p:txBody>
      </p:sp>
      <p:pic>
        <p:nvPicPr>
          <p:cNvPr id="6" name="Content Placeholder 5">
            <a:extLst>
              <a:ext uri="{FF2B5EF4-FFF2-40B4-BE49-F238E27FC236}">
                <a16:creationId xmlns:a16="http://schemas.microsoft.com/office/drawing/2014/main" id="{E8A82741-E832-C031-2F02-AA8B140AC3EA}"/>
              </a:ext>
            </a:extLst>
          </p:cNvPr>
          <p:cNvPicPr>
            <a:picLocks noGrp="1" noChangeAspect="1"/>
          </p:cNvPicPr>
          <p:nvPr>
            <p:ph idx="1"/>
          </p:nvPr>
        </p:nvPicPr>
        <p:blipFill>
          <a:blip r:embed="rId2"/>
          <a:stretch>
            <a:fillRect/>
          </a:stretch>
        </p:blipFill>
        <p:spPr>
          <a:xfrm>
            <a:off x="993111" y="241684"/>
            <a:ext cx="5916736" cy="60338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22129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18ED5D0-C636-B40A-E366-320E4A30052B}"/>
              </a:ext>
            </a:extLst>
          </p:cNvPr>
          <p:cNvSpPr txBox="1"/>
          <p:nvPr/>
        </p:nvSpPr>
        <p:spPr>
          <a:xfrm>
            <a:off x="9162854" y="848661"/>
            <a:ext cx="2675179" cy="2308324"/>
          </a:xfrm>
          <a:prstGeom prst="rect">
            <a:avLst/>
          </a:prstGeom>
          <a:noFill/>
        </p:spPr>
        <p:txBody>
          <a:bodyPr wrap="square">
            <a:spAutoFit/>
          </a:bodyPr>
          <a:lstStyle/>
          <a:p>
            <a:r>
              <a:rPr lang="en-IN" dirty="0"/>
              <a:t>“The Team module allows the clinic administrator to manage staff access. They can invite new members, assign appropriate roles and deactivate users when they no longer require access.”</a:t>
            </a:r>
          </a:p>
        </p:txBody>
      </p:sp>
      <p:pic>
        <p:nvPicPr>
          <p:cNvPr id="6" name="Content Placeholder 5">
            <a:extLst>
              <a:ext uri="{FF2B5EF4-FFF2-40B4-BE49-F238E27FC236}">
                <a16:creationId xmlns:a16="http://schemas.microsoft.com/office/drawing/2014/main" id="{D1C6C9EC-D702-432C-FA79-A8FA85D667D3}"/>
              </a:ext>
            </a:extLst>
          </p:cNvPr>
          <p:cNvPicPr>
            <a:picLocks noGrp="1" noChangeAspect="1"/>
          </p:cNvPicPr>
          <p:nvPr>
            <p:ph idx="1"/>
          </p:nvPr>
        </p:nvPicPr>
        <p:blipFill>
          <a:blip r:embed="rId2"/>
          <a:stretch>
            <a:fillRect/>
          </a:stretch>
        </p:blipFill>
        <p:spPr>
          <a:xfrm>
            <a:off x="782656" y="194787"/>
            <a:ext cx="5665278" cy="640911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42393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93634B0-B643-0A64-1FFC-A5652D2FC1D2}"/>
              </a:ext>
            </a:extLst>
          </p:cNvPr>
          <p:cNvSpPr txBox="1"/>
          <p:nvPr/>
        </p:nvSpPr>
        <p:spPr>
          <a:xfrm>
            <a:off x="8188807" y="1209781"/>
            <a:ext cx="2934821" cy="2862322"/>
          </a:xfrm>
          <a:prstGeom prst="rect">
            <a:avLst/>
          </a:prstGeom>
          <a:noFill/>
        </p:spPr>
        <p:txBody>
          <a:bodyPr wrap="square">
            <a:spAutoFit/>
          </a:bodyPr>
          <a:lstStyle/>
          <a:p>
            <a:r>
              <a:rPr lang="en-IN" dirty="0"/>
              <a:t>“The EHR Integration Hub connects </a:t>
            </a:r>
            <a:r>
              <a:rPr lang="en-IN" dirty="0" err="1"/>
              <a:t>MediCOR</a:t>
            </a:r>
            <a:r>
              <a:rPr lang="en-IN" dirty="0"/>
              <a:t> AI with external healthcare systems. It supports EHR synchronization, API credentials and webhooks so information and events can move between </a:t>
            </a:r>
            <a:r>
              <a:rPr lang="en-IN" dirty="0" err="1"/>
              <a:t>MediCOR</a:t>
            </a:r>
            <a:r>
              <a:rPr lang="en-IN" dirty="0"/>
              <a:t> AI and the clinic's existing systems.”</a:t>
            </a:r>
          </a:p>
        </p:txBody>
      </p:sp>
      <p:pic>
        <p:nvPicPr>
          <p:cNvPr id="6" name="Content Placeholder 5">
            <a:extLst>
              <a:ext uri="{FF2B5EF4-FFF2-40B4-BE49-F238E27FC236}">
                <a16:creationId xmlns:a16="http://schemas.microsoft.com/office/drawing/2014/main" id="{E3A1BE1B-E53E-AD74-27AE-12D7E06F8E7F}"/>
              </a:ext>
            </a:extLst>
          </p:cNvPr>
          <p:cNvPicPr>
            <a:picLocks noGrp="1" noChangeAspect="1"/>
          </p:cNvPicPr>
          <p:nvPr>
            <p:ph idx="1"/>
          </p:nvPr>
        </p:nvPicPr>
        <p:blipFill>
          <a:blip r:embed="rId2"/>
          <a:stretch>
            <a:fillRect/>
          </a:stretch>
        </p:blipFill>
        <p:spPr>
          <a:xfrm>
            <a:off x="397441" y="373127"/>
            <a:ext cx="6838226" cy="62256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4985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86BF510-275C-31C3-BD15-0C6D95C467CA}"/>
              </a:ext>
            </a:extLst>
          </p:cNvPr>
          <p:cNvSpPr txBox="1"/>
          <p:nvPr/>
        </p:nvSpPr>
        <p:spPr>
          <a:xfrm>
            <a:off x="9322834" y="1077806"/>
            <a:ext cx="2545237" cy="3139321"/>
          </a:xfrm>
          <a:prstGeom prst="rect">
            <a:avLst/>
          </a:prstGeom>
          <a:noFill/>
        </p:spPr>
        <p:txBody>
          <a:bodyPr wrap="square">
            <a:spAutoFit/>
          </a:bodyPr>
          <a:lstStyle/>
          <a:p>
            <a:pPr>
              <a:buNone/>
            </a:pPr>
            <a:r>
              <a:rPr lang="en-IN" b="1" dirty="0"/>
              <a:t>“The Security section provides visibility into the clinic's security configuration, access controls, encryption settings and audit activity. It also maintains a record of important actions performed within the clinic environment.”</a:t>
            </a:r>
            <a:endParaRPr lang="en-IN" dirty="0"/>
          </a:p>
        </p:txBody>
      </p:sp>
      <p:pic>
        <p:nvPicPr>
          <p:cNvPr id="10" name="Content Placeholder 9">
            <a:extLst>
              <a:ext uri="{FF2B5EF4-FFF2-40B4-BE49-F238E27FC236}">
                <a16:creationId xmlns:a16="http://schemas.microsoft.com/office/drawing/2014/main" id="{BC8691E7-6053-CDA8-5E21-5D6278438ACA}"/>
              </a:ext>
            </a:extLst>
          </p:cNvPr>
          <p:cNvPicPr>
            <a:picLocks noGrp="1" noChangeAspect="1"/>
          </p:cNvPicPr>
          <p:nvPr>
            <p:ph idx="1"/>
          </p:nvPr>
        </p:nvPicPr>
        <p:blipFill>
          <a:blip r:embed="rId2"/>
          <a:stretch>
            <a:fillRect/>
          </a:stretch>
        </p:blipFill>
        <p:spPr>
          <a:xfrm>
            <a:off x="238843" y="656702"/>
            <a:ext cx="9057595" cy="41698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66360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BE6709-9F84-5478-523F-E04184196749}"/>
              </a:ext>
            </a:extLst>
          </p:cNvPr>
          <p:cNvSpPr txBox="1"/>
          <p:nvPr/>
        </p:nvSpPr>
        <p:spPr>
          <a:xfrm>
            <a:off x="8765712" y="924075"/>
            <a:ext cx="2763270" cy="1754326"/>
          </a:xfrm>
          <a:prstGeom prst="rect">
            <a:avLst/>
          </a:prstGeom>
          <a:noFill/>
        </p:spPr>
        <p:txBody>
          <a:bodyPr wrap="square">
            <a:spAutoFit/>
          </a:bodyPr>
          <a:lstStyle/>
          <a:p>
            <a:pPr>
              <a:buNone/>
            </a:pPr>
            <a:r>
              <a:rPr lang="en-IN" b="1" dirty="0"/>
              <a:t>“Billing &amp; Usage allows the clinic to manage its subscription, monitor AI voice-minute consumption, change plans and review billing history.”</a:t>
            </a:r>
            <a:endParaRPr lang="en-IN" dirty="0"/>
          </a:p>
        </p:txBody>
      </p:sp>
      <p:pic>
        <p:nvPicPr>
          <p:cNvPr id="6" name="Content Placeholder 5">
            <a:extLst>
              <a:ext uri="{FF2B5EF4-FFF2-40B4-BE49-F238E27FC236}">
                <a16:creationId xmlns:a16="http://schemas.microsoft.com/office/drawing/2014/main" id="{28F3F769-135E-61E6-F4EF-5B890E1FC420}"/>
              </a:ext>
            </a:extLst>
          </p:cNvPr>
          <p:cNvPicPr>
            <a:picLocks noGrp="1" noChangeAspect="1"/>
          </p:cNvPicPr>
          <p:nvPr>
            <p:ph idx="1"/>
          </p:nvPr>
        </p:nvPicPr>
        <p:blipFill>
          <a:blip r:embed="rId2"/>
          <a:stretch>
            <a:fillRect/>
          </a:stretch>
        </p:blipFill>
        <p:spPr>
          <a:xfrm>
            <a:off x="304800" y="417890"/>
            <a:ext cx="8014301" cy="56058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5712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D37447-AA6A-4C44-6BE4-F602135AEC69}"/>
              </a:ext>
            </a:extLst>
          </p:cNvPr>
          <p:cNvPicPr>
            <a:picLocks noGrp="1" noChangeAspect="1"/>
          </p:cNvPicPr>
          <p:nvPr>
            <p:ph idx="1"/>
          </p:nvPr>
        </p:nvPicPr>
        <p:blipFill>
          <a:blip r:embed="rId2"/>
          <a:stretch>
            <a:fillRect/>
          </a:stretch>
        </p:blipFill>
        <p:spPr>
          <a:xfrm>
            <a:off x="216816" y="128799"/>
            <a:ext cx="7022969" cy="6250729"/>
          </a:xfrm>
          <a:prstGeom prst="rect">
            <a:avLst/>
          </a:prstGeom>
        </p:spPr>
      </p:pic>
      <p:sp>
        <p:nvSpPr>
          <p:cNvPr id="7" name="TextBox 6">
            <a:extLst>
              <a:ext uri="{FF2B5EF4-FFF2-40B4-BE49-F238E27FC236}">
                <a16:creationId xmlns:a16="http://schemas.microsoft.com/office/drawing/2014/main" id="{7F2E32C5-5A1F-07BD-1F70-4BA1E9FCE27C}"/>
              </a:ext>
            </a:extLst>
          </p:cNvPr>
          <p:cNvSpPr txBox="1"/>
          <p:nvPr/>
        </p:nvSpPr>
        <p:spPr>
          <a:xfrm>
            <a:off x="7854886" y="477392"/>
            <a:ext cx="3117914" cy="2585323"/>
          </a:xfrm>
          <a:prstGeom prst="rect">
            <a:avLst/>
          </a:prstGeom>
          <a:noFill/>
        </p:spPr>
        <p:txBody>
          <a:bodyPr wrap="square">
            <a:spAutoFit/>
          </a:bodyPr>
          <a:lstStyle/>
          <a:p>
            <a:r>
              <a:rPr lang="en-IN" dirty="0"/>
              <a:t>“The Platform Overview provides the platform administrator with a centralized view of the entire </a:t>
            </a:r>
            <a:r>
              <a:rPr lang="en-IN" dirty="0" err="1"/>
              <a:t>MediCOR</a:t>
            </a:r>
            <a:r>
              <a:rPr lang="en-IN" dirty="0"/>
              <a:t> AI SaaS environment, including clinics, users, patients, calls, appointments, voice usage, subscriptions and recent administrative activity.”</a:t>
            </a:r>
          </a:p>
        </p:txBody>
      </p:sp>
    </p:spTree>
    <p:extLst>
      <p:ext uri="{BB962C8B-B14F-4D97-AF65-F5344CB8AC3E}">
        <p14:creationId xmlns:p14="http://schemas.microsoft.com/office/powerpoint/2010/main" val="2180449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1485BC-6784-07DA-03F9-0354F4BB9DEB}"/>
              </a:ext>
            </a:extLst>
          </p:cNvPr>
          <p:cNvPicPr>
            <a:picLocks noGrp="1" noChangeAspect="1"/>
          </p:cNvPicPr>
          <p:nvPr>
            <p:ph idx="1"/>
          </p:nvPr>
        </p:nvPicPr>
        <p:blipFill>
          <a:blip r:embed="rId2"/>
          <a:stretch>
            <a:fillRect/>
          </a:stretch>
        </p:blipFill>
        <p:spPr>
          <a:xfrm>
            <a:off x="265366" y="395926"/>
            <a:ext cx="8746660" cy="5844618"/>
          </a:xfrm>
          <a:prstGeom prst="rect">
            <a:avLst/>
          </a:prstGeom>
        </p:spPr>
      </p:pic>
      <p:sp>
        <p:nvSpPr>
          <p:cNvPr id="7" name="TextBox 6">
            <a:extLst>
              <a:ext uri="{FF2B5EF4-FFF2-40B4-BE49-F238E27FC236}">
                <a16:creationId xmlns:a16="http://schemas.microsoft.com/office/drawing/2014/main" id="{6AB5D83A-F998-05B9-009C-2A7EC8F9F19A}"/>
              </a:ext>
            </a:extLst>
          </p:cNvPr>
          <p:cNvSpPr txBox="1"/>
          <p:nvPr/>
        </p:nvSpPr>
        <p:spPr>
          <a:xfrm>
            <a:off x="9259478" y="1009911"/>
            <a:ext cx="2401478" cy="2308324"/>
          </a:xfrm>
          <a:prstGeom prst="rect">
            <a:avLst/>
          </a:prstGeom>
          <a:noFill/>
        </p:spPr>
        <p:txBody>
          <a:bodyPr wrap="square">
            <a:spAutoFit/>
          </a:bodyPr>
          <a:lstStyle/>
          <a:p>
            <a:pPr>
              <a:buNone/>
            </a:pPr>
            <a:r>
              <a:rPr lang="en-IN" b="1" dirty="0"/>
              <a:t>“The Organizations module provides the Platform Admin with a centralized list of all clinics registered on </a:t>
            </a:r>
            <a:r>
              <a:rPr lang="en-IN" b="1" dirty="0" err="1"/>
              <a:t>MediCOR</a:t>
            </a:r>
            <a:r>
              <a:rPr lang="en-IN" b="1" dirty="0"/>
              <a:t> AI and their current subscription, usage and status.”</a:t>
            </a:r>
            <a:endParaRPr lang="en-IN" dirty="0"/>
          </a:p>
        </p:txBody>
      </p:sp>
    </p:spTree>
    <p:extLst>
      <p:ext uri="{BB962C8B-B14F-4D97-AF65-F5344CB8AC3E}">
        <p14:creationId xmlns:p14="http://schemas.microsoft.com/office/powerpoint/2010/main" val="20851437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0E35E00-AE45-EED7-A493-797BEA390F37}"/>
              </a:ext>
            </a:extLst>
          </p:cNvPr>
          <p:cNvPicPr>
            <a:picLocks noGrp="1" noChangeAspect="1"/>
          </p:cNvPicPr>
          <p:nvPr>
            <p:ph idx="1"/>
          </p:nvPr>
        </p:nvPicPr>
        <p:blipFill>
          <a:blip r:embed="rId2"/>
          <a:stretch>
            <a:fillRect/>
          </a:stretch>
        </p:blipFill>
        <p:spPr>
          <a:xfrm>
            <a:off x="530567" y="194787"/>
            <a:ext cx="7246546" cy="6472827"/>
          </a:xfrm>
          <a:prstGeom prst="rect">
            <a:avLst/>
          </a:prstGeom>
        </p:spPr>
      </p:pic>
      <p:sp>
        <p:nvSpPr>
          <p:cNvPr id="7" name="TextBox 6">
            <a:extLst>
              <a:ext uri="{FF2B5EF4-FFF2-40B4-BE49-F238E27FC236}">
                <a16:creationId xmlns:a16="http://schemas.microsoft.com/office/drawing/2014/main" id="{0285AE97-1C16-73C3-403E-49EFD6CEB4C5}"/>
              </a:ext>
            </a:extLst>
          </p:cNvPr>
          <p:cNvSpPr txBox="1"/>
          <p:nvPr/>
        </p:nvSpPr>
        <p:spPr>
          <a:xfrm>
            <a:off x="8093388" y="1040099"/>
            <a:ext cx="3568045" cy="2031325"/>
          </a:xfrm>
          <a:prstGeom prst="rect">
            <a:avLst/>
          </a:prstGeom>
          <a:noFill/>
        </p:spPr>
        <p:txBody>
          <a:bodyPr wrap="square">
            <a:spAutoFit/>
          </a:bodyPr>
          <a:lstStyle/>
          <a:p>
            <a:r>
              <a:rPr lang="en-IN" dirty="0"/>
              <a:t>“The Platform Admin Users section provides a cross-organization view of all users across the platform. Administrators can review their organization, role and status and deactivate accounts when necessary.”</a:t>
            </a:r>
          </a:p>
        </p:txBody>
      </p:sp>
    </p:spTree>
    <p:extLst>
      <p:ext uri="{BB962C8B-B14F-4D97-AF65-F5344CB8AC3E}">
        <p14:creationId xmlns:p14="http://schemas.microsoft.com/office/powerpoint/2010/main" val="3681574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0EEAF7F-AF9B-5F53-37A2-53FE4F43E75A}"/>
              </a:ext>
            </a:extLst>
          </p:cNvPr>
          <p:cNvPicPr>
            <a:picLocks noGrp="1" noChangeAspect="1"/>
          </p:cNvPicPr>
          <p:nvPr>
            <p:ph idx="1"/>
          </p:nvPr>
        </p:nvPicPr>
        <p:blipFill>
          <a:blip r:embed="rId2"/>
          <a:stretch>
            <a:fillRect/>
          </a:stretch>
        </p:blipFill>
        <p:spPr>
          <a:xfrm>
            <a:off x="307576" y="273376"/>
            <a:ext cx="8782557" cy="5986022"/>
          </a:xfrm>
          <a:prstGeom prst="rect">
            <a:avLst/>
          </a:prstGeom>
        </p:spPr>
      </p:pic>
      <p:sp>
        <p:nvSpPr>
          <p:cNvPr id="7" name="TextBox 6">
            <a:extLst>
              <a:ext uri="{FF2B5EF4-FFF2-40B4-BE49-F238E27FC236}">
                <a16:creationId xmlns:a16="http://schemas.microsoft.com/office/drawing/2014/main" id="{E64694BA-C4E4-E774-0537-5CC6D5F70B9C}"/>
              </a:ext>
            </a:extLst>
          </p:cNvPr>
          <p:cNvSpPr txBox="1"/>
          <p:nvPr/>
        </p:nvSpPr>
        <p:spPr>
          <a:xfrm>
            <a:off x="9193491" y="958063"/>
            <a:ext cx="2853964" cy="2308324"/>
          </a:xfrm>
          <a:prstGeom prst="rect">
            <a:avLst/>
          </a:prstGeom>
          <a:noFill/>
        </p:spPr>
        <p:txBody>
          <a:bodyPr wrap="square">
            <a:spAutoFit/>
          </a:bodyPr>
          <a:lstStyle/>
          <a:p>
            <a:pPr>
              <a:buNone/>
            </a:pPr>
            <a:r>
              <a:rPr lang="en-IN" b="1" dirty="0"/>
              <a:t>“The Plans module allows the platform administrator to define the subscription packages offered by </a:t>
            </a:r>
            <a:r>
              <a:rPr lang="en-IN" b="1" dirty="0" err="1"/>
              <a:t>MediCOR</a:t>
            </a:r>
            <a:r>
              <a:rPr lang="en-IN" b="1" dirty="0"/>
              <a:t> AI, including pricing, voice-minute limits, user limits and patient limits.”</a:t>
            </a:r>
            <a:endParaRPr lang="en-IN" dirty="0"/>
          </a:p>
        </p:txBody>
      </p:sp>
    </p:spTree>
    <p:extLst>
      <p:ext uri="{BB962C8B-B14F-4D97-AF65-F5344CB8AC3E}">
        <p14:creationId xmlns:p14="http://schemas.microsoft.com/office/powerpoint/2010/main" val="182752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37D5343-7904-3649-5FE4-95506C5CFB36}"/>
              </a:ext>
            </a:extLst>
          </p:cNvPr>
          <p:cNvPicPr>
            <a:picLocks noGrp="1" noChangeAspect="1"/>
          </p:cNvPicPr>
          <p:nvPr>
            <p:ph idx="1"/>
          </p:nvPr>
        </p:nvPicPr>
        <p:blipFill>
          <a:blip r:embed="rId2"/>
          <a:stretch>
            <a:fillRect/>
          </a:stretch>
        </p:blipFill>
        <p:spPr>
          <a:xfrm>
            <a:off x="218232" y="251348"/>
            <a:ext cx="9114304" cy="5989196"/>
          </a:xfrm>
          <a:prstGeom prst="rect">
            <a:avLst/>
          </a:prstGeom>
        </p:spPr>
      </p:pic>
      <p:sp>
        <p:nvSpPr>
          <p:cNvPr id="7" name="TextBox 6">
            <a:extLst>
              <a:ext uri="{FF2B5EF4-FFF2-40B4-BE49-F238E27FC236}">
                <a16:creationId xmlns:a16="http://schemas.microsoft.com/office/drawing/2014/main" id="{C07D73B0-7996-94A3-097F-85745E6305AC}"/>
              </a:ext>
            </a:extLst>
          </p:cNvPr>
          <p:cNvSpPr txBox="1"/>
          <p:nvPr/>
        </p:nvSpPr>
        <p:spPr>
          <a:xfrm>
            <a:off x="9332536" y="1291718"/>
            <a:ext cx="2673128" cy="2585323"/>
          </a:xfrm>
          <a:prstGeom prst="rect">
            <a:avLst/>
          </a:prstGeom>
          <a:noFill/>
        </p:spPr>
        <p:txBody>
          <a:bodyPr wrap="square">
            <a:spAutoFit/>
          </a:bodyPr>
          <a:lstStyle/>
          <a:p>
            <a:pPr>
              <a:buNone/>
            </a:pPr>
            <a:r>
              <a:rPr lang="en-IN" b="1" dirty="0"/>
              <a:t>“The Subscriptions module manages the relationship between clinics and their subscription plans. The Platform Admin can assign a plan to a clinic and monitor the subscription status.”</a:t>
            </a:r>
            <a:endParaRPr lang="en-IN" dirty="0"/>
          </a:p>
        </p:txBody>
      </p:sp>
    </p:spTree>
    <p:extLst>
      <p:ext uri="{BB962C8B-B14F-4D97-AF65-F5344CB8AC3E}">
        <p14:creationId xmlns:p14="http://schemas.microsoft.com/office/powerpoint/2010/main" val="3967829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0CAD43C-0B5A-BFB2-FCDA-935565B6C1FC}"/>
              </a:ext>
            </a:extLst>
          </p:cNvPr>
          <p:cNvPicPr>
            <a:picLocks noGrp="1" noChangeAspect="1"/>
          </p:cNvPicPr>
          <p:nvPr>
            <p:ph idx="1"/>
          </p:nvPr>
        </p:nvPicPr>
        <p:blipFill>
          <a:blip r:embed="rId2"/>
          <a:stretch>
            <a:fillRect/>
          </a:stretch>
        </p:blipFill>
        <p:spPr>
          <a:xfrm>
            <a:off x="77260" y="157080"/>
            <a:ext cx="9417363" cy="6309708"/>
          </a:xfrm>
          <a:prstGeom prst="rect">
            <a:avLst/>
          </a:prstGeom>
        </p:spPr>
      </p:pic>
      <p:sp>
        <p:nvSpPr>
          <p:cNvPr id="7" name="TextBox 6">
            <a:extLst>
              <a:ext uri="{FF2B5EF4-FFF2-40B4-BE49-F238E27FC236}">
                <a16:creationId xmlns:a16="http://schemas.microsoft.com/office/drawing/2014/main" id="{ABA13257-5800-E5D3-1821-D40B177C092F}"/>
              </a:ext>
            </a:extLst>
          </p:cNvPr>
          <p:cNvSpPr txBox="1"/>
          <p:nvPr/>
        </p:nvSpPr>
        <p:spPr>
          <a:xfrm>
            <a:off x="9605128" y="1280932"/>
            <a:ext cx="2360629" cy="2585323"/>
          </a:xfrm>
          <a:prstGeom prst="rect">
            <a:avLst/>
          </a:prstGeom>
          <a:noFill/>
        </p:spPr>
        <p:txBody>
          <a:bodyPr wrap="square">
            <a:spAutoFit/>
          </a:bodyPr>
          <a:lstStyle/>
          <a:p>
            <a:r>
              <a:rPr lang="en-IN" dirty="0"/>
              <a:t>“Usage Management provides the platform team with a centralized view of how clinics are consuming </a:t>
            </a:r>
            <a:r>
              <a:rPr lang="en-IN" dirty="0" err="1"/>
              <a:t>MediCOR</a:t>
            </a:r>
            <a:r>
              <a:rPr lang="en-IN" dirty="0"/>
              <a:t> AI resources and how that usage compares with their subscription limits.”</a:t>
            </a:r>
          </a:p>
        </p:txBody>
      </p:sp>
    </p:spTree>
    <p:extLst>
      <p:ext uri="{BB962C8B-B14F-4D97-AF65-F5344CB8AC3E}">
        <p14:creationId xmlns:p14="http://schemas.microsoft.com/office/powerpoint/2010/main" val="1846880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A1BDB43-B28B-0CA4-7E35-1410565F331E}"/>
              </a:ext>
            </a:extLst>
          </p:cNvPr>
          <p:cNvPicPr>
            <a:picLocks noGrp="1" noChangeAspect="1"/>
          </p:cNvPicPr>
          <p:nvPr>
            <p:ph idx="1"/>
          </p:nvPr>
        </p:nvPicPr>
        <p:blipFill>
          <a:blip r:embed="rId2"/>
          <a:stretch>
            <a:fillRect/>
          </a:stretch>
        </p:blipFill>
        <p:spPr>
          <a:xfrm>
            <a:off x="274793" y="241921"/>
            <a:ext cx="8567550" cy="6243720"/>
          </a:xfrm>
          <a:prstGeom prst="rect">
            <a:avLst/>
          </a:prstGeom>
        </p:spPr>
      </p:pic>
      <p:sp>
        <p:nvSpPr>
          <p:cNvPr id="7" name="TextBox 6">
            <a:extLst>
              <a:ext uri="{FF2B5EF4-FFF2-40B4-BE49-F238E27FC236}">
                <a16:creationId xmlns:a16="http://schemas.microsoft.com/office/drawing/2014/main" id="{9921C5C5-AF34-B0A9-CCAE-98BFCADD9905}"/>
              </a:ext>
            </a:extLst>
          </p:cNvPr>
          <p:cNvSpPr txBox="1"/>
          <p:nvPr/>
        </p:nvSpPr>
        <p:spPr>
          <a:xfrm>
            <a:off x="9078012" y="963124"/>
            <a:ext cx="2839196" cy="2308324"/>
          </a:xfrm>
          <a:prstGeom prst="rect">
            <a:avLst/>
          </a:prstGeom>
          <a:noFill/>
        </p:spPr>
        <p:txBody>
          <a:bodyPr wrap="square">
            <a:spAutoFit/>
          </a:bodyPr>
          <a:lstStyle/>
          <a:p>
            <a:pPr>
              <a:buNone/>
            </a:pPr>
            <a:r>
              <a:rPr lang="en-IN" b="1" dirty="0"/>
              <a:t>“The Phone Numbers module manages the mapping between incoming phone numbers and clinics. This allows the platform to determine which clinic's AI receptionist should handle an incoming patient call.”</a:t>
            </a:r>
            <a:endParaRPr lang="en-IN" dirty="0"/>
          </a:p>
        </p:txBody>
      </p:sp>
    </p:spTree>
    <p:extLst>
      <p:ext uri="{BB962C8B-B14F-4D97-AF65-F5344CB8AC3E}">
        <p14:creationId xmlns:p14="http://schemas.microsoft.com/office/powerpoint/2010/main" val="1850402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52E705C-BD5C-0A55-E7E8-B479E2A9DADE}"/>
              </a:ext>
            </a:extLst>
          </p:cNvPr>
          <p:cNvPicPr>
            <a:picLocks noGrp="1" noChangeAspect="1"/>
          </p:cNvPicPr>
          <p:nvPr>
            <p:ph idx="1"/>
          </p:nvPr>
        </p:nvPicPr>
        <p:blipFill>
          <a:blip r:embed="rId2"/>
          <a:stretch>
            <a:fillRect/>
          </a:stretch>
        </p:blipFill>
        <p:spPr>
          <a:xfrm>
            <a:off x="114536" y="185361"/>
            <a:ext cx="9378256" cy="6319134"/>
          </a:xfrm>
          <a:prstGeom prst="rect">
            <a:avLst/>
          </a:prstGeom>
        </p:spPr>
      </p:pic>
      <p:sp>
        <p:nvSpPr>
          <p:cNvPr id="7" name="TextBox 6">
            <a:extLst>
              <a:ext uri="{FF2B5EF4-FFF2-40B4-BE49-F238E27FC236}">
                <a16:creationId xmlns:a16="http://schemas.microsoft.com/office/drawing/2014/main" id="{18FB5DAD-FC54-385C-E045-A1112777D6CE}"/>
              </a:ext>
            </a:extLst>
          </p:cNvPr>
          <p:cNvSpPr txBox="1"/>
          <p:nvPr/>
        </p:nvSpPr>
        <p:spPr>
          <a:xfrm>
            <a:off x="9662475" y="1810072"/>
            <a:ext cx="2302496" cy="2862322"/>
          </a:xfrm>
          <a:prstGeom prst="rect">
            <a:avLst/>
          </a:prstGeom>
          <a:noFill/>
        </p:spPr>
        <p:txBody>
          <a:bodyPr wrap="square">
            <a:spAutoFit/>
          </a:bodyPr>
          <a:lstStyle/>
          <a:p>
            <a:r>
              <a:rPr lang="en-IN" dirty="0"/>
              <a:t>“The Platform Support module centralizes support requests from existing clinics and enquiries received through the public website, allowing the platform team to monitor and manage them.”</a:t>
            </a:r>
          </a:p>
        </p:txBody>
      </p:sp>
    </p:spTree>
    <p:extLst>
      <p:ext uri="{BB962C8B-B14F-4D97-AF65-F5344CB8AC3E}">
        <p14:creationId xmlns:p14="http://schemas.microsoft.com/office/powerpoint/2010/main" val="297264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5E2B981-DAC1-812F-E5F6-719A31AC3BDC}"/>
              </a:ext>
            </a:extLst>
          </p:cNvPr>
          <p:cNvPicPr>
            <a:picLocks noGrp="1" noChangeAspect="1"/>
          </p:cNvPicPr>
          <p:nvPr>
            <p:ph idx="1"/>
          </p:nvPr>
        </p:nvPicPr>
        <p:blipFill>
          <a:blip r:embed="rId2"/>
          <a:stretch>
            <a:fillRect/>
          </a:stretch>
        </p:blipFill>
        <p:spPr>
          <a:xfrm>
            <a:off x="276796" y="500389"/>
            <a:ext cx="8937280" cy="5890983"/>
          </a:xfrm>
          <a:prstGeom prst="rect">
            <a:avLst/>
          </a:prstGeom>
        </p:spPr>
      </p:pic>
      <p:sp>
        <p:nvSpPr>
          <p:cNvPr id="7" name="TextBox 6">
            <a:extLst>
              <a:ext uri="{FF2B5EF4-FFF2-40B4-BE49-F238E27FC236}">
                <a16:creationId xmlns:a16="http://schemas.microsoft.com/office/drawing/2014/main" id="{AADAF77B-A800-D7ED-5AC5-2587E9FF14A5}"/>
              </a:ext>
            </a:extLst>
          </p:cNvPr>
          <p:cNvSpPr txBox="1"/>
          <p:nvPr/>
        </p:nvSpPr>
        <p:spPr>
          <a:xfrm>
            <a:off x="9375743" y="977014"/>
            <a:ext cx="2417190" cy="3970318"/>
          </a:xfrm>
          <a:prstGeom prst="rect">
            <a:avLst/>
          </a:prstGeom>
          <a:noFill/>
        </p:spPr>
        <p:txBody>
          <a:bodyPr wrap="square">
            <a:spAutoFit/>
          </a:bodyPr>
          <a:lstStyle/>
          <a:p>
            <a:pPr>
              <a:buNone/>
            </a:pPr>
            <a:r>
              <a:rPr lang="en-IN" b="1" dirty="0"/>
              <a:t>“Audit Logs provide a traceable history of important administrative actions across the </a:t>
            </a:r>
            <a:r>
              <a:rPr lang="en-IN" b="1" dirty="0" err="1"/>
              <a:t>MediCOR</a:t>
            </a:r>
            <a:r>
              <a:rPr lang="en-IN" b="1" dirty="0"/>
              <a:t> AI platform. This allows the platform team to understand who performed an action, when it occurred, which organization was involved and whether the operation succeeded or failed.”</a:t>
            </a:r>
            <a:endParaRPr lang="en-IN" dirty="0"/>
          </a:p>
        </p:txBody>
      </p:sp>
    </p:spTree>
    <p:extLst>
      <p:ext uri="{BB962C8B-B14F-4D97-AF65-F5344CB8AC3E}">
        <p14:creationId xmlns:p14="http://schemas.microsoft.com/office/powerpoint/2010/main" val="2477008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732</Words>
  <Application>Microsoft Office PowerPoint</Application>
  <PresentationFormat>Widescreen</PresentationFormat>
  <Paragraphs>22</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Calibri Light</vt:lpstr>
      <vt:lpstr>Office Theme</vt:lpstr>
      <vt:lpstr>MediCor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kondaparthy vishal</dc:creator>
  <cp:lastModifiedBy>kondaparthy vishal</cp:lastModifiedBy>
  <cp:revision>1</cp:revision>
  <dcterms:created xsi:type="dcterms:W3CDTF">2026-09-17T10:56:19Z</dcterms:created>
  <dcterms:modified xsi:type="dcterms:W3CDTF">2026-09-24T12:30:27Z</dcterms:modified>
</cp:coreProperties>
</file>